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69396560eb4375" /><Relationship Type="http://schemas.openxmlformats.org/officeDocument/2006/relationships/extended-properties" Target="/docProps/app.xml" Id="R566c1cbbdd39482b" /><Relationship Type="http://schemas.openxmlformats.org/officeDocument/2006/relationships/officeDocument" Target="/ppt/presentation.xml" Id="Rbbaf3568f34345e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cd9786d6d464d29"/>
  </p:sldMasterIdLst>
  <p:notesMasterIdLst>
    <p:notesMasterId xmlns:r="http://schemas.openxmlformats.org/officeDocument/2006/relationships" r:id="R9a48710a2b264290"/>
  </p:notesMasterIdLst>
  <p:sldIdLst>
    <p:sldId xmlns:r="http://schemas.openxmlformats.org/officeDocument/2006/relationships" id="256" r:id="R4627f8d756f64b67"/>
    <p:sldId xmlns:r="http://schemas.openxmlformats.org/officeDocument/2006/relationships" id="257" r:id="R84f5f1e389cb41ea"/>
    <p:sldId xmlns:r="http://schemas.openxmlformats.org/officeDocument/2006/relationships" id="258" r:id="R3e3adf20ac864d29"/>
    <p:sldId xmlns:r="http://schemas.openxmlformats.org/officeDocument/2006/relationships" id="259" r:id="R1b7b5a9eb5874149"/>
    <p:sldId xmlns:r="http://schemas.openxmlformats.org/officeDocument/2006/relationships" id="260" r:id="R615eff79a1904fd9"/>
    <p:sldId xmlns:r="http://schemas.openxmlformats.org/officeDocument/2006/relationships" id="261" r:id="R5e824f660e56488a"/>
    <p:sldId xmlns:r="http://schemas.openxmlformats.org/officeDocument/2006/relationships" id="262" r:id="Ref9c38c4af1b42b0"/>
    <p:sldId xmlns:r="http://schemas.openxmlformats.org/officeDocument/2006/relationships" id="263" r:id="Re41983c6f41a492c"/>
    <p:sldId xmlns:r="http://schemas.openxmlformats.org/officeDocument/2006/relationships" id="264" r:id="R64eb4ae7ffdb4734"/>
    <p:sldId xmlns:r="http://schemas.openxmlformats.org/officeDocument/2006/relationships" id="265" r:id="R85e7b52d9f07476b"/>
    <p:sldId xmlns:r="http://schemas.openxmlformats.org/officeDocument/2006/relationships" id="266" r:id="R1917a782cfb743bc"/>
    <p:sldId xmlns:r="http://schemas.openxmlformats.org/officeDocument/2006/relationships" id="267" r:id="Rb79bd8d608004403"/>
    <p:sldId xmlns:r="http://schemas.openxmlformats.org/officeDocument/2006/relationships" id="268" r:id="R7c9233fb8823484a"/>
    <p:sldId xmlns:r="http://schemas.openxmlformats.org/officeDocument/2006/relationships" id="269" r:id="R0414d9cace464e67"/>
    <p:sldId xmlns:r="http://schemas.openxmlformats.org/officeDocument/2006/relationships" id="270" r:id="R14672b335ed94830"/>
    <p:sldId xmlns:r="http://schemas.openxmlformats.org/officeDocument/2006/relationships" id="271" r:id="Rbd8f73871e2e4734"/>
    <p:sldId xmlns:r="http://schemas.openxmlformats.org/officeDocument/2006/relationships" id="272" r:id="Ra070176bd3ad41ec"/>
    <p:sldId xmlns:r="http://schemas.openxmlformats.org/officeDocument/2006/relationships" id="273" r:id="Rfc9cd3bc55ff4861"/>
    <p:sldId xmlns:r="http://schemas.openxmlformats.org/officeDocument/2006/relationships" id="274" r:id="R39e7d4a4cad146b5"/>
    <p:sldId xmlns:r="http://schemas.openxmlformats.org/officeDocument/2006/relationships" id="275" r:id="R817290130df54f84"/>
    <p:sldId xmlns:r="http://schemas.openxmlformats.org/officeDocument/2006/relationships" id="276" r:id="R605be38ee7304945"/>
    <p:sldId xmlns:r="http://schemas.openxmlformats.org/officeDocument/2006/relationships" id="277" r:id="R19a824d42e3a4ada"/>
  </p:sldIdLst>
  <p:sldSz cx="12192000" cy="6858000"/>
  <p:notesSz cx="6858000" cy="9144000"/>
  <p:embeddedFontLst>
    <p:embeddedFont>
      <p:font typeface="Helvetica Neue"/>
      <p:regular xmlns:r="http://schemas.openxmlformats.org/officeDocument/2006/relationships" r:id="R2519f271815346a1"/>
      <p:bold xmlns:r="http://schemas.openxmlformats.org/officeDocument/2006/relationships" r:id="R0976a6cee49046d7"/>
      <p:italic xmlns:r="http://schemas.openxmlformats.org/officeDocument/2006/relationships" r:id="R9df5970183114859"/>
      <p:boldItalic xmlns:r="http://schemas.openxmlformats.org/officeDocument/2006/relationships" r:id="Rdbb12538b8334db2"/>
    </p:embeddedFont>
    <p:embeddedFont>
      <p:font typeface="Helvetica Neue Light"/>
      <p:regular xmlns:r="http://schemas.openxmlformats.org/officeDocument/2006/relationships" r:id="R8f08cb4396754f6d"/>
      <p:bold xmlns:r="http://schemas.openxmlformats.org/officeDocument/2006/relationships" r:id="Rbce267ae447241f0"/>
      <p:italic xmlns:r="http://schemas.openxmlformats.org/officeDocument/2006/relationships" r:id="R48e7e098f7cd4fb3"/>
      <p:boldItalic xmlns:r="http://schemas.openxmlformats.org/officeDocument/2006/relationships" r:id="R0d541d3bfdcb49d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1b56fa9e3c46dd" /><Relationship Type="http://schemas.openxmlformats.org/officeDocument/2006/relationships/slideMaster" Target="/ppt/slideMasters/slideMaster1.xml" Id="Rdcd9786d6d464d29" /><Relationship Type="http://schemas.openxmlformats.org/officeDocument/2006/relationships/notesMaster" Target="/ppt/notesMasters/notesMaster1.xml" Id="R9a48710a2b264290" /><Relationship Type="http://schemas.openxmlformats.org/officeDocument/2006/relationships/presProps" Target="/ppt/presProps.xml" Id="R702cbfa3f7c64d56" /><Relationship Type="http://schemas.openxmlformats.org/officeDocument/2006/relationships/viewProps" Target="/ppt/viewProps.xml" Id="R84c8a8ee5c2c494c" /><Relationship Type="http://schemas.openxmlformats.org/officeDocument/2006/relationships/tableStyles" Target="/ppt/tableStyles.xml" Id="R77b132a034404f86" /><Relationship Type="http://schemas.openxmlformats.org/officeDocument/2006/relationships/font" Target="/ppt/fonts/font.dat" Id="R2519f271815346a1" /><Relationship Type="http://schemas.openxmlformats.org/officeDocument/2006/relationships/font" Target="/ppt/fonts/font2.dat" Id="R0976a6cee49046d7" /><Relationship Type="http://schemas.openxmlformats.org/officeDocument/2006/relationships/font" Target="/ppt/fonts/font3.dat" Id="R9df5970183114859" /><Relationship Type="http://schemas.openxmlformats.org/officeDocument/2006/relationships/font" Target="/ppt/fonts/font4.dat" Id="Rdbb12538b8334db2" /><Relationship Type="http://schemas.openxmlformats.org/officeDocument/2006/relationships/font" Target="/ppt/fonts/font5.dat" Id="R8f08cb4396754f6d" /><Relationship Type="http://schemas.openxmlformats.org/officeDocument/2006/relationships/font" Target="/ppt/fonts/font6.dat" Id="Rbce267ae447241f0" /><Relationship Type="http://schemas.openxmlformats.org/officeDocument/2006/relationships/font" Target="/ppt/fonts/font7.dat" Id="R48e7e098f7cd4fb3" /><Relationship Type="http://schemas.openxmlformats.org/officeDocument/2006/relationships/font" Target="/ppt/fonts/font8.dat" Id="R0d541d3bfdcb49df" /><Relationship Type="http://schemas.openxmlformats.org/officeDocument/2006/relationships/slide" Target="/ppt/slides/slide1.xml" Id="R4627f8d756f64b67" /><Relationship Type="http://schemas.openxmlformats.org/officeDocument/2006/relationships/slide" Target="/ppt/slides/slide2.xml" Id="R84f5f1e389cb41ea" /><Relationship Type="http://schemas.openxmlformats.org/officeDocument/2006/relationships/slide" Target="/ppt/slides/slide3.xml" Id="R3e3adf20ac864d29" /><Relationship Type="http://schemas.openxmlformats.org/officeDocument/2006/relationships/slide" Target="/ppt/slides/slide4.xml" Id="R1b7b5a9eb5874149" /><Relationship Type="http://schemas.openxmlformats.org/officeDocument/2006/relationships/slide" Target="/ppt/slides/slide5.xml" Id="R615eff79a1904fd9" /><Relationship Type="http://schemas.openxmlformats.org/officeDocument/2006/relationships/slide" Target="/ppt/slides/slide6.xml" Id="R5e824f660e56488a" /><Relationship Type="http://schemas.openxmlformats.org/officeDocument/2006/relationships/slide" Target="/ppt/slides/slide7.xml" Id="Ref9c38c4af1b42b0" /><Relationship Type="http://schemas.openxmlformats.org/officeDocument/2006/relationships/slide" Target="/ppt/slides/slide8.xml" Id="Re41983c6f41a492c" /><Relationship Type="http://schemas.openxmlformats.org/officeDocument/2006/relationships/slide" Target="/ppt/slides/slide9.xml" Id="R64eb4ae7ffdb4734" /><Relationship Type="http://schemas.openxmlformats.org/officeDocument/2006/relationships/slide" Target="/ppt/slides/slide10.xml" Id="R85e7b52d9f07476b" /><Relationship Type="http://schemas.openxmlformats.org/officeDocument/2006/relationships/slide" Target="/ppt/slides/slide11.xml" Id="R1917a782cfb743bc" /><Relationship Type="http://schemas.openxmlformats.org/officeDocument/2006/relationships/slide" Target="/ppt/slides/slide12.xml" Id="Rb79bd8d608004403" /><Relationship Type="http://schemas.openxmlformats.org/officeDocument/2006/relationships/slide" Target="/ppt/slides/slide13.xml" Id="R7c9233fb8823484a" /><Relationship Type="http://schemas.openxmlformats.org/officeDocument/2006/relationships/slide" Target="/ppt/slides/slide14.xml" Id="R0414d9cace464e67" /><Relationship Type="http://schemas.openxmlformats.org/officeDocument/2006/relationships/slide" Target="/ppt/slides/slide15.xml" Id="R14672b335ed94830" /><Relationship Type="http://schemas.openxmlformats.org/officeDocument/2006/relationships/slide" Target="/ppt/slides/slide16.xml" Id="Rbd8f73871e2e4734" /><Relationship Type="http://schemas.openxmlformats.org/officeDocument/2006/relationships/slide" Target="/ppt/slides/slide17.xml" Id="Ra070176bd3ad41ec" /><Relationship Type="http://schemas.openxmlformats.org/officeDocument/2006/relationships/slide" Target="/ppt/slides/slide18.xml" Id="Rfc9cd3bc55ff4861" /><Relationship Type="http://schemas.openxmlformats.org/officeDocument/2006/relationships/slide" Target="/ppt/slides/slide19.xml" Id="R39e7d4a4cad146b5" /><Relationship Type="http://schemas.openxmlformats.org/officeDocument/2006/relationships/slide" Target="/ppt/slides/slide20.xml" Id="R817290130df54f84" /><Relationship Type="http://schemas.openxmlformats.org/officeDocument/2006/relationships/slide" Target="/ppt/slides/slide21.xml" Id="R605be38ee7304945" /><Relationship Type="http://schemas.openxmlformats.org/officeDocument/2006/relationships/slide" Target="/ppt/slides/slide22.xml" Id="R19a824d42e3a4a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479c785d224c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VTCA-Slide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2d9f8cdd2e4a4e" /><Relationship Type="http://schemas.openxmlformats.org/officeDocument/2006/relationships/notesMaster" Target="/ppt/notesMasters/notesMaster1.xml" Id="R16014413bee546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de3a43865c446f" /><Relationship Type="http://schemas.openxmlformats.org/officeDocument/2006/relationships/notesMaster" Target="/ppt/notesMasters/notesMaster1.xml" Id="Reeee4f9298f442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5ed544300c4e4d" /><Relationship Type="http://schemas.openxmlformats.org/officeDocument/2006/relationships/notesMaster" Target="/ppt/notesMasters/notesMaster1.xml" Id="Rc3decb6dcc7e4a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e591ab4dc34320" /><Relationship Type="http://schemas.openxmlformats.org/officeDocument/2006/relationships/notesMaster" Target="/ppt/notesMasters/notesMaster1.xml" Id="Rb0caed66859c44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908e134c924249" /><Relationship Type="http://schemas.openxmlformats.org/officeDocument/2006/relationships/notesMaster" Target="/ppt/notesMasters/notesMaster1.xml" Id="R1497b6949c0a40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7758ae2b684ae8" /><Relationship Type="http://schemas.openxmlformats.org/officeDocument/2006/relationships/notesMaster" Target="/ppt/notesMasters/notesMaster1.xml" Id="R1ce65a35c2764b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1c270aaf50459a" /><Relationship Type="http://schemas.openxmlformats.org/officeDocument/2006/relationships/notesMaster" Target="/ppt/notesMasters/notesMaster1.xml" Id="Ra218c8ded8ff43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06a67a63bf430d" /><Relationship Type="http://schemas.openxmlformats.org/officeDocument/2006/relationships/notesMaster" Target="/ppt/notesMasters/notesMaster1.xml" Id="R3a12502d6cf247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f9adef2b042e8" /><Relationship Type="http://schemas.openxmlformats.org/officeDocument/2006/relationships/notesMaster" Target="/ppt/notesMasters/notesMaster1.xml" Id="Rf38c7aede61c40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6c49593da44a62" /><Relationship Type="http://schemas.openxmlformats.org/officeDocument/2006/relationships/notesMaster" Target="/ppt/notesMasters/notesMaster1.xml" Id="R3cb54c28ebcb46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2a70453c364148" /><Relationship Type="http://schemas.openxmlformats.org/officeDocument/2006/relationships/notesMaster" Target="/ppt/notesMasters/notesMaster1.xml" Id="Rd1eae59d67224b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bed67fc8f34ce9" /><Relationship Type="http://schemas.openxmlformats.org/officeDocument/2006/relationships/notesMaster" Target="/ppt/notesMasters/notesMaster1.xml" Id="R207c2c89670b41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7cee21b737491f" /><Relationship Type="http://schemas.openxmlformats.org/officeDocument/2006/relationships/notesMaster" Target="/ppt/notesMasters/notesMaster1.xml" Id="R53505b9c62174e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0ea9f063de4538" /><Relationship Type="http://schemas.openxmlformats.org/officeDocument/2006/relationships/notesMaster" Target="/ppt/notesMasters/notesMaster1.xml" Id="R08cf16d9136e43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4388aa14794f8e" /><Relationship Type="http://schemas.openxmlformats.org/officeDocument/2006/relationships/notesMaster" Target="/ppt/notesMasters/notesMaster1.xml" Id="Ra1519a0ef08c4a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7b5fa1d2354884" /><Relationship Type="http://schemas.openxmlformats.org/officeDocument/2006/relationships/notesMaster" Target="/ppt/notesMasters/notesMaster1.xml" Id="R485edb5aa6a9453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a7964b1b024161" /><Relationship Type="http://schemas.openxmlformats.org/officeDocument/2006/relationships/notesMaster" Target="/ppt/notesMasters/notesMaster1.xml" Id="Rcf0e3fd801b749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b425f0261440dd" /><Relationship Type="http://schemas.openxmlformats.org/officeDocument/2006/relationships/notesMaster" Target="/ppt/notesMasters/notesMaster1.xml" Id="Rb33726dcd3644e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4c10059860489f" /><Relationship Type="http://schemas.openxmlformats.org/officeDocument/2006/relationships/notesMaster" Target="/ppt/notesMasters/notesMaster1.xml" Id="R22d3aee45ff54ea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86be20548c4ea9" /><Relationship Type="http://schemas.openxmlformats.org/officeDocument/2006/relationships/notesMaster" Target="/ppt/notesMasters/notesMaster1.xml" Id="R270264d22a9744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d4e47b26c644cc" /><Relationship Type="http://schemas.openxmlformats.org/officeDocument/2006/relationships/notesMaster" Target="/ppt/notesMasters/notesMaster1.xml" Id="R349aedecd6d34bc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64b4b5eebe4abc" /><Relationship Type="http://schemas.openxmlformats.org/officeDocument/2006/relationships/notesMaster" Target="/ppt/notesMasters/notesMaster1.xml" Id="Ra6baf89f550a4c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2aa189b4343e6" /><Relationship Type="http://schemas.openxmlformats.org/officeDocument/2006/relationships/image" Target="/ppt/media/image3.png" Id="R9b19e4fac3e44b79" /><Relationship Type="http://schemas.openxmlformats.org/officeDocument/2006/relationships/image" Target="/ppt/media/image4.png" Id="R6d475c4d375d43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430ae92b449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a91df00e749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46bc0c9e646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78698cdd240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a04798ac2401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423959bb94f1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30ef2d7d9440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9ed35d51948a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dbedcf46e42f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280303c284bbb" /></Relationships>
</file>

<file path=ppt/slideLayouts/slideLayout1.xml><?xml version="1.0" encoding="utf-8"?>
<p:sldLayout xmlns:p="http://schemas.openxmlformats.org/presentationml/2006/main" showMasterSp="0" matchingName="2_Title Slide" type="title">
  <p:cSld name="TITLE">
    <p:bg>
      <p:bgPr>
        <a:gradFill xmlns:a="http://schemas.openxmlformats.org/drawingml/2006/main">
          <a:gsLst>
            <a:gs pos="0">
              <a:srgbClr val="002060"/>
            </a:gs>
            <a:gs pos="85000">
              <a:srgbClr val="2F5496"/>
            </a:gs>
            <a:gs pos="91000">
              <a:srgbClr val="3864B2"/>
            </a:gs>
            <a:gs pos="97000">
              <a:srgbClr val="2C4E8C"/>
            </a:gs>
            <a:gs pos="100000">
              <a:srgbClr val="2C4E8C"/>
            </a:gs>
          </a:gsLst>
          <a:path path="circle">
            <a:fillToRect l="100000" t="100000" r="0" b="0"/>
          </a:path>
          <a:tileRect r="-100000" b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17">
            <a:extLst xmlns:a="http://schemas.openxmlformats.org/drawingml/2006/main">
              <a:ext uri="{FF2B5EF4-FFF2-40B4-BE49-F238E27FC236}">
                <a16:creationId xmlns:a16="http://schemas.microsoft.com/office/drawing/2014/main" id="{B614DA65-9282-49F4-A3CD-5E3D58EC419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17">
            <a:extLst xmlns:a="http://schemas.openxmlformats.org/drawingml/2006/main">
              <a:ext uri="{FF2B5EF4-FFF2-40B4-BE49-F238E27FC236}">
                <a16:creationId xmlns:a16="http://schemas.microsoft.com/office/drawing/2014/main" id="{81387E6B-ABE4-403A-B6CD-6657848A4D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17">
            <a:extLst xmlns:a="http://schemas.openxmlformats.org/drawingml/2006/main">
              <a:ext uri="{FF2B5EF4-FFF2-40B4-BE49-F238E27FC236}">
                <a16:creationId xmlns:a16="http://schemas.microsoft.com/office/drawing/2014/main" id="{633781FD-8AF5-4CA5-B1CF-087BFBC424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85828" y="6356350"/>
            <a:ext cx="13679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6" name="Google Shape;21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19e4fac3e44b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88218" y="278924"/>
            <a:ext cx="3780000" cy="693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75c4d375d43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98262" y="274638"/>
            <a:ext cx="3975100" cy="5969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8">
            <a:extLst xmlns:a="http://schemas.openxmlformats.org/drawingml/2006/main">
              <a:ext uri="{FF2B5EF4-FFF2-40B4-BE49-F238E27FC236}">
                <a16:creationId xmlns:a16="http://schemas.microsoft.com/office/drawing/2014/main" id="{04332267-7CFF-4D87-88B4-B6D82DA40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63301"/>
            <a:ext cx="10515600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Helvetica Neue"/>
              <a:buNone/>
              <a:defRPr sz="37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Font typeface="Helvetica Neue"/>
              <a:buNone/>
              <a:defRPr sz="3700" b="1"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18">
            <a:extLst xmlns:a="http://schemas.openxmlformats.org/drawingml/2006/main">
              <a:ext uri="{FF2B5EF4-FFF2-40B4-BE49-F238E27FC236}">
                <a16:creationId xmlns:a16="http://schemas.microsoft.com/office/drawing/2014/main" id="{0B4187E2-C4C9-48A7-94AF-AEEF66270D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074057"/>
            <a:ext cx="10515600" cy="5128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Helvetica Neue"/>
              <a:buChar char="•"/>
              <a:defRPr>
                <a:solidFill>
                  <a:srgbClr val="002060"/>
                </a:solidFill>
                <a:latin typeface="Helvetica Neue"/>
                <a:ea typeface="Helvetica Neue"/>
                <a:cs typeface="Helvetica Neue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18">
            <a:extLst xmlns:a="http://schemas.openxmlformats.org/drawingml/2006/main">
              <a:ext uri="{FF2B5EF4-FFF2-40B4-BE49-F238E27FC236}">
                <a16:creationId xmlns:a16="http://schemas.microsoft.com/office/drawing/2014/main" id="{1F2DB235-3557-4C06-9C06-95D1151733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000340" y="6356350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6" name="Google Shape;26;p18">
            <a:extLst xmlns:a="http://schemas.openxmlformats.org/drawingml/2006/main">
              <a:ext uri="{FF2B5EF4-FFF2-40B4-BE49-F238E27FC236}">
                <a16:creationId xmlns:a16="http://schemas.microsoft.com/office/drawing/2014/main" id="{1FF59A48-C1E1-4DCC-BCAA-68E100A8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600" y="6488700"/>
            <a:ext cx="59868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i="1">
                <a:solidFill>
                  <a:srgbClr val="888888"/>
                </a:solidFill>
                <a:latin typeface="Helvetica Neue"/>
                <a:ea typeface="Helvetica Neue"/>
                <a:cs typeface="Helvetica Neue"/>
              </a:rPr>
              <a:t>Team MoonStone</a:t>
            </a:r>
            <a:r>
              <a:rPr sz="1200" i="1">
                <a:solidFill>
                  <a:srgbClr val="888888"/>
                </a:solidFill>
                <a:latin typeface="Helvetica Neue"/>
                <a:ea typeface="Helvetica Neue"/>
                <a:cs typeface="Helvetica Neue"/>
              </a:rPr>
              <a:t> – </a:t>
            </a:r>
            <a:r>
              <a:rPr sz="1200" i="1">
                <a:solidFill>
                  <a:srgbClr val="888888"/>
                </a:solidFill>
                <a:latin typeface="Helvetica Neue"/>
                <a:ea typeface="Helvetica Neue"/>
                <a:cs typeface="Helvetica Neue"/>
              </a:rPr>
              <a:t>Legend From Below</a:t>
            </a:r>
            <a:endParaRPr sz="1200" i="1">
              <a:solidFill>
                <a:srgbClr val="888888"/>
              </a:solidFill>
              <a:latin typeface="Helvetica Neue"/>
              <a:ea typeface="Helvetica Neue"/>
              <a:cs typeface="Helvetica Neue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19">
            <a:extLst xmlns:a="http://schemas.openxmlformats.org/drawingml/2006/main">
              <a:ext uri="{FF2B5EF4-FFF2-40B4-BE49-F238E27FC236}">
                <a16:creationId xmlns:a16="http://schemas.microsoft.com/office/drawing/2014/main" id="{E5D902DC-DF84-4F06-A791-0D62C80EC1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>
                <a:solidFill>
                  <a:srgbClr val="00206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9" name="Google Shape;29;p19">
            <a:extLst xmlns:a="http://schemas.openxmlformats.org/drawingml/2006/main">
              <a:ext uri="{FF2B5EF4-FFF2-40B4-BE49-F238E27FC236}">
                <a16:creationId xmlns:a16="http://schemas.microsoft.com/office/drawing/2014/main" id="{2136C0DC-FB77-4C0E-999A-2614673FE1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19">
            <a:extLst xmlns:a="http://schemas.openxmlformats.org/drawingml/2006/main">
              <a:ext uri="{FF2B5EF4-FFF2-40B4-BE49-F238E27FC236}">
                <a16:creationId xmlns:a16="http://schemas.microsoft.com/office/drawing/2014/main" id="{EBBA5865-BA56-4865-93E2-39BAFEA114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64028"/>
            <a:ext cx="13679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19">
            <a:extLst xmlns:a="http://schemas.openxmlformats.org/drawingml/2006/main">
              <a:ext uri="{FF2B5EF4-FFF2-40B4-BE49-F238E27FC236}">
                <a16:creationId xmlns:a16="http://schemas.microsoft.com/office/drawing/2014/main" id="{CFE371F2-A9F5-4410-86C1-3C1E9D4618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65828" y="6356350"/>
            <a:ext cx="74893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19">
            <a:extLst xmlns:a="http://schemas.openxmlformats.org/drawingml/2006/main">
              <a:ext uri="{FF2B5EF4-FFF2-40B4-BE49-F238E27FC236}">
                <a16:creationId xmlns:a16="http://schemas.microsoft.com/office/drawing/2014/main" id="{544D2A31-D862-4700-94B0-307882D1AD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014856" y="6356350"/>
            <a:ext cx="1338943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20">
            <a:extLst xmlns:a="http://schemas.openxmlformats.org/drawingml/2006/main">
              <a:ext uri="{FF2B5EF4-FFF2-40B4-BE49-F238E27FC236}">
                <a16:creationId xmlns:a16="http://schemas.microsoft.com/office/drawing/2014/main" id="{E96A8258-65CA-44F1-B8EB-4D0220844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8042"/>
            <a:ext cx="105156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20">
            <a:extLst xmlns:a="http://schemas.openxmlformats.org/drawingml/2006/main">
              <a:ext uri="{FF2B5EF4-FFF2-40B4-BE49-F238E27FC236}">
                <a16:creationId xmlns:a16="http://schemas.microsoft.com/office/drawing/2014/main" id="{D5F43ABB-EC55-43E5-9313-F27D6B8760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092429"/>
            <a:ext cx="5181600" cy="5084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>
                <a:solidFill>
                  <a:srgbClr val="002060"/>
                </a:solidFill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20">
            <a:extLst xmlns:a="http://schemas.openxmlformats.org/drawingml/2006/main">
              <a:ext uri="{FF2B5EF4-FFF2-40B4-BE49-F238E27FC236}">
                <a16:creationId xmlns:a16="http://schemas.microsoft.com/office/drawing/2014/main" id="{017A6266-DCE4-425D-B287-50D1FD48BA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092429"/>
            <a:ext cx="5181600" cy="5084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>
                <a:solidFill>
                  <a:srgbClr val="002060"/>
                </a:solidFill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20">
            <a:extLst xmlns:a="http://schemas.openxmlformats.org/drawingml/2006/main">
              <a:ext uri="{FF2B5EF4-FFF2-40B4-BE49-F238E27FC236}">
                <a16:creationId xmlns:a16="http://schemas.microsoft.com/office/drawing/2014/main" id="{740C23FA-64F7-4EFA-9D5D-0CF0A686F5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1" y="6356350"/>
            <a:ext cx="1411514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20">
            <a:extLst xmlns:a="http://schemas.openxmlformats.org/drawingml/2006/main">
              <a:ext uri="{FF2B5EF4-FFF2-40B4-BE49-F238E27FC236}">
                <a16:creationId xmlns:a16="http://schemas.microsoft.com/office/drawing/2014/main" id="{E12B20AD-0906-4B3D-A1EA-F9A6ACE9F1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65828" y="6356350"/>
            <a:ext cx="74893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20">
            <a:extLst xmlns:a="http://schemas.openxmlformats.org/drawingml/2006/main">
              <a:ext uri="{FF2B5EF4-FFF2-40B4-BE49-F238E27FC236}">
                <a16:creationId xmlns:a16="http://schemas.microsoft.com/office/drawing/2014/main" id="{551DC620-2BA1-4579-9DF0-E946098E42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85828" y="6356350"/>
            <a:ext cx="13679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21">
            <a:extLst xmlns:a="http://schemas.openxmlformats.org/drawingml/2006/main">
              <a:ext uri="{FF2B5EF4-FFF2-40B4-BE49-F238E27FC236}">
                <a16:creationId xmlns:a16="http://schemas.microsoft.com/office/drawing/2014/main" id="{F416E3A7-4D88-4998-A74D-4BA7D4B22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263527"/>
            <a:ext cx="10515600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21">
            <a:extLst xmlns:a="http://schemas.openxmlformats.org/drawingml/2006/main">
              <a:ext uri="{FF2B5EF4-FFF2-40B4-BE49-F238E27FC236}">
                <a16:creationId xmlns:a16="http://schemas.microsoft.com/office/drawing/2014/main" id="{3F6279DE-9E06-4279-BC64-46180CF9DB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6612" y="1197884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21">
            <a:extLst xmlns:a="http://schemas.openxmlformats.org/drawingml/2006/main">
              <a:ext uri="{FF2B5EF4-FFF2-40B4-BE49-F238E27FC236}">
                <a16:creationId xmlns:a16="http://schemas.microsoft.com/office/drawing/2014/main" id="{708BB504-B0A3-47BB-905E-AAAC3AC7C2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21796"/>
            <a:ext cx="5157787" cy="4167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21">
            <a:extLst xmlns:a="http://schemas.openxmlformats.org/drawingml/2006/main">
              <a:ext uri="{FF2B5EF4-FFF2-40B4-BE49-F238E27FC236}">
                <a16:creationId xmlns:a16="http://schemas.microsoft.com/office/drawing/2014/main" id="{AF3D8D2F-9667-4DCB-9952-58DCEDA1007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4427" y="1197884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21">
            <a:extLst xmlns:a="http://schemas.openxmlformats.org/drawingml/2006/main">
              <a:ext uri="{FF2B5EF4-FFF2-40B4-BE49-F238E27FC236}">
                <a16:creationId xmlns:a16="http://schemas.microsoft.com/office/drawing/2014/main" id="{68D724B2-315D-4685-BC0C-09085D7C04C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021796"/>
            <a:ext cx="5183188" cy="4167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21">
            <a:extLst xmlns:a="http://schemas.openxmlformats.org/drawingml/2006/main">
              <a:ext uri="{FF2B5EF4-FFF2-40B4-BE49-F238E27FC236}">
                <a16:creationId xmlns:a16="http://schemas.microsoft.com/office/drawing/2014/main" id="{800A2A43-3A95-4ECB-B6CB-FB75B6B480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1" y="6356350"/>
            <a:ext cx="1411514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21">
            <a:extLst xmlns:a="http://schemas.openxmlformats.org/drawingml/2006/main">
              <a:ext uri="{FF2B5EF4-FFF2-40B4-BE49-F238E27FC236}">
                <a16:creationId xmlns:a16="http://schemas.microsoft.com/office/drawing/2014/main" id="{8C70C954-4EDD-415B-BC20-37265A6850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65828" y="6356350"/>
            <a:ext cx="74893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21">
            <a:extLst xmlns:a="http://schemas.openxmlformats.org/drawingml/2006/main">
              <a:ext uri="{FF2B5EF4-FFF2-40B4-BE49-F238E27FC236}">
                <a16:creationId xmlns:a16="http://schemas.microsoft.com/office/drawing/2014/main" id="{9B77718D-C493-4844-8C2A-410D4C45DD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85828" y="6356350"/>
            <a:ext cx="13679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22">
            <a:extLst xmlns:a="http://schemas.openxmlformats.org/drawingml/2006/main">
              <a:ext uri="{FF2B5EF4-FFF2-40B4-BE49-F238E27FC236}">
                <a16:creationId xmlns:a16="http://schemas.microsoft.com/office/drawing/2014/main" id="{2E79E7B3-B704-430E-833A-E4D47CA92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54955"/>
            <a:ext cx="10515600" cy="677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22">
            <a:extLst xmlns:a="http://schemas.openxmlformats.org/drawingml/2006/main">
              <a:ext uri="{FF2B5EF4-FFF2-40B4-BE49-F238E27FC236}">
                <a16:creationId xmlns:a16="http://schemas.microsoft.com/office/drawing/2014/main" id="{5E1E20ED-CA9B-4412-AEBF-7C57B98648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1" y="6356350"/>
            <a:ext cx="1411514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22">
            <a:extLst xmlns:a="http://schemas.openxmlformats.org/drawingml/2006/main">
              <a:ext uri="{FF2B5EF4-FFF2-40B4-BE49-F238E27FC236}">
                <a16:creationId xmlns:a16="http://schemas.microsoft.com/office/drawing/2014/main" id="{669EBBED-054E-4E02-819A-01D73F7862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65828" y="6356350"/>
            <a:ext cx="74893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22">
            <a:extLst xmlns:a="http://schemas.openxmlformats.org/drawingml/2006/main">
              <a:ext uri="{FF2B5EF4-FFF2-40B4-BE49-F238E27FC236}">
                <a16:creationId xmlns:a16="http://schemas.microsoft.com/office/drawing/2014/main" id="{5926103D-7E8E-4CAE-861F-1DBE5B39E9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85828" y="6356350"/>
            <a:ext cx="13679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23">
            <a:extLst xmlns:a="http://schemas.openxmlformats.org/drawingml/2006/main">
              <a:ext uri="{FF2B5EF4-FFF2-40B4-BE49-F238E27FC236}">
                <a16:creationId xmlns:a16="http://schemas.microsoft.com/office/drawing/2014/main" id="{812CAD9E-A9F3-45C1-A05C-F2AA0C1039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987424"/>
            <a:ext cx="3932237" cy="106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23">
            <a:extLst xmlns:a="http://schemas.openxmlformats.org/drawingml/2006/main">
              <a:ext uri="{FF2B5EF4-FFF2-40B4-BE49-F238E27FC236}">
                <a16:creationId xmlns:a16="http://schemas.microsoft.com/office/drawing/2014/main" id="{700C6F87-CD08-484D-B7A7-6829D232AC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43344" y="987425"/>
            <a:ext cx="6408867" cy="521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23">
            <a:extLst xmlns:a="http://schemas.openxmlformats.org/drawingml/2006/main">
              <a:ext uri="{FF2B5EF4-FFF2-40B4-BE49-F238E27FC236}">
                <a16:creationId xmlns:a16="http://schemas.microsoft.com/office/drawing/2014/main" id="{4E03E428-0591-426C-BB3B-950A246913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41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58" name="Google Shape;58;p23">
            <a:extLst xmlns:a="http://schemas.openxmlformats.org/drawingml/2006/main">
              <a:ext uri="{FF2B5EF4-FFF2-40B4-BE49-F238E27FC236}">
                <a16:creationId xmlns:a16="http://schemas.microsoft.com/office/drawing/2014/main" id="{C23AEBBD-ABB5-41AB-9A1E-B1338A496F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1" y="6356350"/>
            <a:ext cx="1411514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9" name="Google Shape;59;p23">
            <a:extLst xmlns:a="http://schemas.openxmlformats.org/drawingml/2006/main">
              <a:ext uri="{FF2B5EF4-FFF2-40B4-BE49-F238E27FC236}">
                <a16:creationId xmlns:a16="http://schemas.microsoft.com/office/drawing/2014/main" id="{DC95C7D3-30E1-4CD9-A76D-12BA6CAD6B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65828" y="6356350"/>
            <a:ext cx="74893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23">
            <a:extLst xmlns:a="http://schemas.openxmlformats.org/drawingml/2006/main">
              <a:ext uri="{FF2B5EF4-FFF2-40B4-BE49-F238E27FC236}">
                <a16:creationId xmlns:a16="http://schemas.microsoft.com/office/drawing/2014/main" id="{4BE3D24A-9ED8-478A-BD58-455A9A6EBE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85828" y="6356350"/>
            <a:ext cx="13679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4">
            <a:extLst xmlns:a="http://schemas.openxmlformats.org/drawingml/2006/main">
              <a:ext uri="{FF2B5EF4-FFF2-40B4-BE49-F238E27FC236}">
                <a16:creationId xmlns:a16="http://schemas.microsoft.com/office/drawing/2014/main" id="{0275F722-E08C-4CA3-8CD6-722FB94B7A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987424"/>
            <a:ext cx="3932237" cy="106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24">
            <a:extLst xmlns:a="http://schemas.openxmlformats.org/drawingml/2006/main">
              <a:ext uri="{FF2B5EF4-FFF2-40B4-BE49-F238E27FC236}">
                <a16:creationId xmlns:a16="http://schemas.microsoft.com/office/drawing/2014/main" id="{B74F9310-764F-4ECE-A5CB-ECACDDD1E6C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5203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24">
            <a:extLst xmlns:a="http://schemas.openxmlformats.org/drawingml/2006/main">
              <a:ext uri="{FF2B5EF4-FFF2-40B4-BE49-F238E27FC236}">
                <a16:creationId xmlns:a16="http://schemas.microsoft.com/office/drawing/2014/main" id="{B2356A44-1B05-4957-BF51-616398F30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4133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24">
            <a:extLst xmlns:a="http://schemas.openxmlformats.org/drawingml/2006/main">
              <a:ext uri="{FF2B5EF4-FFF2-40B4-BE49-F238E27FC236}">
                <a16:creationId xmlns:a16="http://schemas.microsoft.com/office/drawing/2014/main" id="{9293040D-DB75-49C7-9FE5-A97308167F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1" y="6356350"/>
            <a:ext cx="1411514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6" name="Google Shape;66;p24">
            <a:extLst xmlns:a="http://schemas.openxmlformats.org/drawingml/2006/main">
              <a:ext uri="{FF2B5EF4-FFF2-40B4-BE49-F238E27FC236}">
                <a16:creationId xmlns:a16="http://schemas.microsoft.com/office/drawing/2014/main" id="{52764B26-12A4-4FF7-8EA3-218A142741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65828" y="6356350"/>
            <a:ext cx="74893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24">
            <a:extLst xmlns:a="http://schemas.openxmlformats.org/drawingml/2006/main">
              <a:ext uri="{FF2B5EF4-FFF2-40B4-BE49-F238E27FC236}">
                <a16:creationId xmlns:a16="http://schemas.microsoft.com/office/drawing/2014/main" id="{C890E762-2438-47EB-9783-BB0A7FBE46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85828" y="6356350"/>
            <a:ext cx="13679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25">
            <a:extLst xmlns:a="http://schemas.openxmlformats.org/drawingml/2006/main">
              <a:ext uri="{FF2B5EF4-FFF2-40B4-BE49-F238E27FC236}">
                <a16:creationId xmlns:a16="http://schemas.microsoft.com/office/drawing/2014/main" id="{81616D86-E82F-4AE5-B859-72C829ADA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54955"/>
            <a:ext cx="10515600" cy="677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25">
            <a:extLst xmlns:a="http://schemas.openxmlformats.org/drawingml/2006/main">
              <a:ext uri="{FF2B5EF4-FFF2-40B4-BE49-F238E27FC236}">
                <a16:creationId xmlns:a16="http://schemas.microsoft.com/office/drawing/2014/main" id="{CA109D38-67C6-4034-8D4C-3DB29A77D1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525141" y="-1631060"/>
            <a:ext cx="5141719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25">
            <a:extLst xmlns:a="http://schemas.openxmlformats.org/drawingml/2006/main">
              <a:ext uri="{FF2B5EF4-FFF2-40B4-BE49-F238E27FC236}">
                <a16:creationId xmlns:a16="http://schemas.microsoft.com/office/drawing/2014/main" id="{56DB313F-037C-4891-8C9A-2CBA113DD3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1" y="6356350"/>
            <a:ext cx="1411514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Google Shape;72;p25">
            <a:extLst xmlns:a="http://schemas.openxmlformats.org/drawingml/2006/main">
              <a:ext uri="{FF2B5EF4-FFF2-40B4-BE49-F238E27FC236}">
                <a16:creationId xmlns:a16="http://schemas.microsoft.com/office/drawing/2014/main" id="{BEBF83CE-445A-450F-BE1B-1949D8F73E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65828" y="6356350"/>
            <a:ext cx="74893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25">
            <a:extLst xmlns:a="http://schemas.openxmlformats.org/drawingml/2006/main">
              <a:ext uri="{FF2B5EF4-FFF2-40B4-BE49-F238E27FC236}">
                <a16:creationId xmlns:a16="http://schemas.microsoft.com/office/drawing/2014/main" id="{B6A4BAAD-1725-47DA-93E0-A67DC2856B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85828" y="6356350"/>
            <a:ext cx="13679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0" matchingName="Custom Layout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26">
            <a:extLst xmlns:a="http://schemas.openxmlformats.org/drawingml/2006/main">
              <a:ext uri="{FF2B5EF4-FFF2-40B4-BE49-F238E27FC236}">
                <a16:creationId xmlns:a16="http://schemas.microsoft.com/office/drawing/2014/main" id="{30753038-D9AD-4F40-AD49-88A72B8FE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54955"/>
            <a:ext cx="10515600" cy="677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26">
            <a:extLst xmlns:a="http://schemas.openxmlformats.org/drawingml/2006/main">
              <a:ext uri="{FF2B5EF4-FFF2-40B4-BE49-F238E27FC236}">
                <a16:creationId xmlns:a16="http://schemas.microsoft.com/office/drawing/2014/main" id="{65083984-9A5A-4125-B4B0-E3AF299E58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1" y="6356350"/>
            <a:ext cx="1411514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26">
            <a:extLst xmlns:a="http://schemas.openxmlformats.org/drawingml/2006/main">
              <a:ext uri="{FF2B5EF4-FFF2-40B4-BE49-F238E27FC236}">
                <a16:creationId xmlns:a16="http://schemas.microsoft.com/office/drawing/2014/main" id="{501795FB-51AD-48A1-A33C-C4E0B4DCA5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65828" y="6356350"/>
            <a:ext cx="74893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8" name="Google Shape;78;p26">
            <a:extLst xmlns:a="http://schemas.openxmlformats.org/drawingml/2006/main">
              <a:ext uri="{FF2B5EF4-FFF2-40B4-BE49-F238E27FC236}">
                <a16:creationId xmlns:a16="http://schemas.microsoft.com/office/drawing/2014/main" id="{1154937A-E02B-492D-878D-82B75A7E9D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85828" y="6356350"/>
            <a:ext cx="13679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0" matchingName="1_Custom Layout">
  <p:cSld name="1_Custom Layout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27">
            <a:extLst xmlns:a="http://schemas.openxmlformats.org/drawingml/2006/main">
              <a:ext uri="{FF2B5EF4-FFF2-40B4-BE49-F238E27FC236}">
                <a16:creationId xmlns:a16="http://schemas.microsoft.com/office/drawing/2014/main" id="{44288BBF-56A2-480C-9C4F-10BB6A90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54955"/>
            <a:ext cx="10515600" cy="677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27">
            <a:extLst xmlns:a="http://schemas.openxmlformats.org/drawingml/2006/main">
              <a:ext uri="{FF2B5EF4-FFF2-40B4-BE49-F238E27FC236}">
                <a16:creationId xmlns:a16="http://schemas.microsoft.com/office/drawing/2014/main" id="{AD538F5A-B86C-4548-9769-A14B61E625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1" y="6356350"/>
            <a:ext cx="1411514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27">
            <a:extLst xmlns:a="http://schemas.openxmlformats.org/drawingml/2006/main">
              <a:ext uri="{FF2B5EF4-FFF2-40B4-BE49-F238E27FC236}">
                <a16:creationId xmlns:a16="http://schemas.microsoft.com/office/drawing/2014/main" id="{45C09C2D-0244-45E5-843A-AD327AABCC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65828" y="6356350"/>
            <a:ext cx="74893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27">
            <a:extLst xmlns:a="http://schemas.openxmlformats.org/drawingml/2006/main">
              <a:ext uri="{FF2B5EF4-FFF2-40B4-BE49-F238E27FC236}">
                <a16:creationId xmlns:a16="http://schemas.microsoft.com/office/drawing/2014/main" id="{A537EEBE-119E-4449-A4E2-BFEB2AF732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85828" y="6356350"/>
            <a:ext cx="13679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8800fbe9c1b54da1" /><Relationship Type="http://schemas.openxmlformats.org/officeDocument/2006/relationships/image" Target="/ppt/media/image2.png" Id="Rebde8caeca4d4fd3" /><Relationship Type="http://schemas.openxmlformats.org/officeDocument/2006/relationships/theme" Target="/ppt/slideMasters/theme/theme2.xml" Id="Rc8dc75c38b8b446c" /><Relationship Type="http://schemas.openxmlformats.org/officeDocument/2006/relationships/slideLayout" Target="/ppt/slideLayouts/slideLayout1.xml" Id="R4b493218639443aa" /><Relationship Type="http://schemas.openxmlformats.org/officeDocument/2006/relationships/slideLayout" Target="/ppt/slideLayouts/slideLayout2.xml" Id="R10137c57f3cb47df" /><Relationship Type="http://schemas.openxmlformats.org/officeDocument/2006/relationships/slideLayout" Target="/ppt/slideLayouts/slideLayout3.xml" Id="R554ccfbca3064b0b" /><Relationship Type="http://schemas.openxmlformats.org/officeDocument/2006/relationships/slideLayout" Target="/ppt/slideLayouts/slideLayout4.xml" Id="R7954db2232474f06" /><Relationship Type="http://schemas.openxmlformats.org/officeDocument/2006/relationships/slideLayout" Target="/ppt/slideLayouts/slideLayout5.xml" Id="R154c2b951d89432f" /><Relationship Type="http://schemas.openxmlformats.org/officeDocument/2006/relationships/slideLayout" Target="/ppt/slideLayouts/slideLayout6.xml" Id="R9e1a534bb12c4438" /><Relationship Type="http://schemas.openxmlformats.org/officeDocument/2006/relationships/slideLayout" Target="/ppt/slideLayouts/slideLayout7.xml" Id="Rb0770f8df26a44d9" /><Relationship Type="http://schemas.openxmlformats.org/officeDocument/2006/relationships/slideLayout" Target="/ppt/slideLayouts/slideLayout8.xml" Id="R501faac02f174d5b" /><Relationship Type="http://schemas.openxmlformats.org/officeDocument/2006/relationships/slideLayout" Target="/ppt/slideLayouts/slideLayout9.xml" Id="R88d0757a543e46cd" /><Relationship Type="http://schemas.openxmlformats.org/officeDocument/2006/relationships/slideLayout" Target="/ppt/slideLayouts/slideLayout10.xml" Id="R071c5660d6104cde" /><Relationship Type="http://schemas.openxmlformats.org/officeDocument/2006/relationships/slideLayout" Target="/ppt/slideLayouts/slideLayout11.xml" Id="Re26a86525ca0497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Google Shape;1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00fbe9c1b54d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7315" y="345287"/>
            <a:ext cx="12192000" cy="4754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" name="Google Shape;11;p16">
            <a:extLst xmlns:a="http://schemas.openxmlformats.org/drawingml/2006/main">
              <a:ext uri="{FF2B5EF4-FFF2-40B4-BE49-F238E27FC236}">
                <a16:creationId xmlns:a16="http://schemas.microsoft.com/office/drawing/2014/main" id="{AB3DF4CE-BBDD-4158-8C52-DC7636FAF7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54955"/>
            <a:ext cx="10515600" cy="677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16">
            <a:extLst xmlns:a="http://schemas.openxmlformats.org/drawingml/2006/main">
              <a:ext uri="{FF2B5EF4-FFF2-40B4-BE49-F238E27FC236}">
                <a16:creationId xmlns:a16="http://schemas.microsoft.com/office/drawing/2014/main" id="{AE84C747-02F4-4716-83B4-9E11481E7C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055881"/>
            <a:ext cx="10515600" cy="5141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0" i="0" u="none" cap="none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  <a:defRPr sz="2400" b="0" i="0" u="none" cap="none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  <a:defRPr sz="2000" b="0" i="0" u="none" cap="none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  <a:defRPr sz="1800" b="0" i="0" u="none" cap="none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  <a:defRPr sz="1800" b="0" i="0" u="none" cap="none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6">
            <a:extLst xmlns:a="http://schemas.openxmlformats.org/drawingml/2006/main">
              <a:ext uri="{FF2B5EF4-FFF2-40B4-BE49-F238E27FC236}">
                <a16:creationId xmlns:a16="http://schemas.microsoft.com/office/drawing/2014/main" id="{67BE304C-F0A9-47C3-9A2C-A88C20D9E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1" y="6356350"/>
            <a:ext cx="1411514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16">
            <a:extLst xmlns:a="http://schemas.openxmlformats.org/drawingml/2006/main">
              <a:ext uri="{FF2B5EF4-FFF2-40B4-BE49-F238E27FC236}">
                <a16:creationId xmlns:a16="http://schemas.microsoft.com/office/drawing/2014/main" id="{A294E18B-AFD9-4191-85C2-2E622DD6DA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65828" y="6356350"/>
            <a:ext cx="74893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16">
            <a:extLst xmlns:a="http://schemas.openxmlformats.org/drawingml/2006/main">
              <a:ext uri="{FF2B5EF4-FFF2-40B4-BE49-F238E27FC236}">
                <a16:creationId xmlns:a16="http://schemas.microsoft.com/office/drawing/2014/main" id="{9C7E81AA-214A-4A41-8771-8DC123A359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985828" y="6356350"/>
            <a:ext cx="136797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e8caeca4d4f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25128" y="345235"/>
            <a:ext cx="2880000" cy="432000"/>
          </a:xfrm>
          <a:prstGeom xmlns:a="http://schemas.openxmlformats.org/drawingml/2006/main"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493218639443aa"/>
    <p:sldLayoutId xmlns:r="http://schemas.openxmlformats.org/officeDocument/2006/relationships" id="2147483650" r:id="R10137c57f3cb47df"/>
    <p:sldLayoutId xmlns:r="http://schemas.openxmlformats.org/officeDocument/2006/relationships" id="2147483651" r:id="R554ccfbca3064b0b"/>
    <p:sldLayoutId xmlns:r="http://schemas.openxmlformats.org/officeDocument/2006/relationships" id="2147483652" r:id="R7954db2232474f06"/>
    <p:sldLayoutId xmlns:r="http://schemas.openxmlformats.org/officeDocument/2006/relationships" id="2147483653" r:id="R154c2b951d89432f"/>
    <p:sldLayoutId xmlns:r="http://schemas.openxmlformats.org/officeDocument/2006/relationships" id="2147483654" r:id="R9e1a534bb12c4438"/>
    <p:sldLayoutId xmlns:r="http://schemas.openxmlformats.org/officeDocument/2006/relationships" id="2147483655" r:id="Rb0770f8df26a44d9"/>
    <p:sldLayoutId xmlns:r="http://schemas.openxmlformats.org/officeDocument/2006/relationships" id="2147483656" r:id="R501faac02f174d5b"/>
    <p:sldLayoutId xmlns:r="http://schemas.openxmlformats.org/officeDocument/2006/relationships" id="2147483657" r:id="R88d0757a543e46cd"/>
    <p:sldLayoutId xmlns:r="http://schemas.openxmlformats.org/officeDocument/2006/relationships" id="2147483658" r:id="R071c5660d6104cde"/>
    <p:sldLayoutId xmlns:r="http://schemas.openxmlformats.org/officeDocument/2006/relationships" id="2147483659" r:id="Re26a86525ca0497a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VTCA-Slide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41d0354a64463" /><Relationship Type="http://schemas.openxmlformats.org/officeDocument/2006/relationships/notesSlide" Target="/ppt/notesSlides/notesSlide1.xml" Id="Rb79d4d20a56843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4057660cbe4dfc" /><Relationship Type="http://schemas.openxmlformats.org/officeDocument/2006/relationships/notesSlide" Target="/ppt/notesSlides/notesSlide2.xml" Id="Rbca4427886ad40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db64dca894ba1" /><Relationship Type="http://schemas.openxmlformats.org/officeDocument/2006/relationships/image" Target="/ppt/media/image5.png" Id="R78577878a4bd4d5e" /><Relationship Type="http://schemas.openxmlformats.org/officeDocument/2006/relationships/notesSlide" Target="/ppt/notesSlides/notesSlide3.xml" Id="Re84ca5db468244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110a40c1074fa0" /><Relationship Type="http://schemas.openxmlformats.org/officeDocument/2006/relationships/notesSlide" Target="/ppt/notesSlides/notesSlide4.xml" Id="R3a047a5b58ca46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c031fe0ede4124" /><Relationship Type="http://schemas.openxmlformats.org/officeDocument/2006/relationships/image" Target="/ppt/media/image6.png" Id="R3907cebcf53d4ff7" /><Relationship Type="http://schemas.openxmlformats.org/officeDocument/2006/relationships/notesSlide" Target="/ppt/notesSlides/notesSlide5.xml" Id="R9fdb07fe1d6b4c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46cb69107941c8" /><Relationship Type="http://schemas.openxmlformats.org/officeDocument/2006/relationships/notesSlide" Target="/ppt/notesSlides/notesSlide6.xml" Id="R9e883be674974c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d56d8942ba491b" /><Relationship Type="http://schemas.openxmlformats.org/officeDocument/2006/relationships/image" Target="/ppt/media/image7.png" Id="R638f9edd9c2e46e0" /><Relationship Type="http://schemas.openxmlformats.org/officeDocument/2006/relationships/notesSlide" Target="/ppt/notesSlides/notesSlide7.xml" Id="Rf239676b31f447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0fe5581f894923" /><Relationship Type="http://schemas.openxmlformats.org/officeDocument/2006/relationships/image" Target="/ppt/media/image8.png" Id="Rfa54f46ab32d4a2f" /><Relationship Type="http://schemas.openxmlformats.org/officeDocument/2006/relationships/notesSlide" Target="/ppt/notesSlides/notesSlide8.xml" Id="R2aabe6b8deb04b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0107635eb54883" /><Relationship Type="http://schemas.openxmlformats.org/officeDocument/2006/relationships/image" Target="/ppt/media/image9.png" Id="Reb4a9cc7be234962" /><Relationship Type="http://schemas.openxmlformats.org/officeDocument/2006/relationships/image" Target="/ppt/media/image10.png" Id="Ra19c8e287e9c41bd" /><Relationship Type="http://schemas.openxmlformats.org/officeDocument/2006/relationships/notesSlide" Target="/ppt/notesSlides/notesSlide9.xml" Id="R4260c1bc6b4545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048d0a0e04475c" /><Relationship Type="http://schemas.openxmlformats.org/officeDocument/2006/relationships/image" Target="/ppt/media/image11.png" Id="R46af2c60716c4b7f" /><Relationship Type="http://schemas.openxmlformats.org/officeDocument/2006/relationships/image" Target="/ppt/media/image12.png" Id="R27a062e700da4a60" /><Relationship Type="http://schemas.openxmlformats.org/officeDocument/2006/relationships/notesSlide" Target="/ppt/notesSlides/notesSlide10.xml" Id="R6561586cd7504b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ef6eb458764904" /><Relationship Type="http://schemas.openxmlformats.org/officeDocument/2006/relationships/image" Target="/ppt/media/image13.png" Id="Rfa73fdb99929451e" /><Relationship Type="http://schemas.openxmlformats.org/officeDocument/2006/relationships/notesSlide" Target="/ppt/notesSlides/notesSlide11.xml" Id="R26424d085cb341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d8eddcaba64b21" /><Relationship Type="http://schemas.openxmlformats.org/officeDocument/2006/relationships/image" Target="/ppt/media/image14.png" Id="R2b545ce642294373" /><Relationship Type="http://schemas.openxmlformats.org/officeDocument/2006/relationships/notesSlide" Target="/ppt/notesSlides/notesSlide12.xml" Id="Reeb5bf5205f74f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fc5c2737094ef7" /><Relationship Type="http://schemas.openxmlformats.org/officeDocument/2006/relationships/image" Target="/ppt/media/image15.png" Id="R18b6c2a95bbb4214" /><Relationship Type="http://schemas.openxmlformats.org/officeDocument/2006/relationships/notesSlide" Target="/ppt/notesSlides/notesSlide13.xml" Id="R1081a4760c2447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384659daf4b6b" /><Relationship Type="http://schemas.openxmlformats.org/officeDocument/2006/relationships/image" Target="/ppt/media/image16.png" Id="Rdba0e046a9ca47d3" /><Relationship Type="http://schemas.openxmlformats.org/officeDocument/2006/relationships/notesSlide" Target="/ppt/notesSlides/notesSlide14.xml" Id="Rb3a4dcd1fd4949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7c28e98d73426e" /><Relationship Type="http://schemas.openxmlformats.org/officeDocument/2006/relationships/image" Target="/ppt/media/image17.png" Id="Re1bd15649f474212" /><Relationship Type="http://schemas.openxmlformats.org/officeDocument/2006/relationships/notesSlide" Target="/ppt/notesSlides/notesSlide15.xml" Id="R60b67cceb1f742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87e8396936499f" /><Relationship Type="http://schemas.openxmlformats.org/officeDocument/2006/relationships/image" Target="/ppt/media/image18.png" Id="Rd4cdbaee9b154350" /><Relationship Type="http://schemas.openxmlformats.org/officeDocument/2006/relationships/notesSlide" Target="/ppt/notesSlides/notesSlide16.xml" Id="R2aedfd9cce7f47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77b6055ed14b70" /><Relationship Type="http://schemas.openxmlformats.org/officeDocument/2006/relationships/image" Target="/ppt/media/image19.png" Id="Rb73c9c8237c94ab4" /><Relationship Type="http://schemas.openxmlformats.org/officeDocument/2006/relationships/notesSlide" Target="/ppt/notesSlides/notesSlide17.xml" Id="R953dd18d4a6c4c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3e22ddaedc40c1" /><Relationship Type="http://schemas.openxmlformats.org/officeDocument/2006/relationships/image" Target="/ppt/media/image20.png" Id="Ra0b281d940ae4906" /><Relationship Type="http://schemas.openxmlformats.org/officeDocument/2006/relationships/image" Target="/ppt/media/image21.png" Id="R3dc0a778790148cb" /><Relationship Type="http://schemas.openxmlformats.org/officeDocument/2006/relationships/notesSlide" Target="/ppt/notesSlides/notesSlide18.xml" Id="R09d527b4a6b644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b0383221e64f03" /><Relationship Type="http://schemas.openxmlformats.org/officeDocument/2006/relationships/image" Target="/ppt/media/image22.png" Id="R1fbfd2c665934fd8" /><Relationship Type="http://schemas.openxmlformats.org/officeDocument/2006/relationships/image" Target="/ppt/media/image23.png" Id="R2a87812ee8044710" /><Relationship Type="http://schemas.openxmlformats.org/officeDocument/2006/relationships/notesSlide" Target="/ppt/notesSlides/notesSlide19.xml" Id="Rc4e532cf09d14d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6cc3b7547047be" /><Relationship Type="http://schemas.openxmlformats.org/officeDocument/2006/relationships/hyperlink" Target="https://github.com/Vutien1406/Assignment/settings" TargetMode="External" Id="Rcd7280f63770468d" /><Relationship Type="http://schemas.openxmlformats.org/officeDocument/2006/relationships/image" Target="/ppt/media/image24.png" Id="Re6b8e7d9c94549e9" /><Relationship Type="http://schemas.openxmlformats.org/officeDocument/2006/relationships/notesSlide" Target="/ppt/notesSlides/notesSlide20.xml" Id="R3478aaece47e47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a8b96a48649fe" /><Relationship Type="http://schemas.openxmlformats.org/officeDocument/2006/relationships/image" Target="/ppt/media/image25.png" Id="R1de87ee3df554979" /><Relationship Type="http://schemas.openxmlformats.org/officeDocument/2006/relationships/notesSlide" Target="/ppt/notesSlides/notesSlide21.xml" Id="Rd7b9621a2d7449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732228b494deb" /><Relationship Type="http://schemas.openxmlformats.org/officeDocument/2006/relationships/notesSlide" Target="/ppt/notesSlides/notesSlide22.xml" Id="R6609766fbf80497d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02060"/>
            </a:gs>
            <a:gs pos="85000">
              <a:srgbClr val="2F5496"/>
            </a:gs>
            <a:gs pos="91000">
              <a:srgbClr val="3864B2"/>
            </a:gs>
            <a:gs pos="97000">
              <a:srgbClr val="2C4E8C"/>
            </a:gs>
            <a:gs pos="100000">
              <a:srgbClr val="2C4E8C"/>
            </a:gs>
          </a:gsLst>
          <a:path path="circle">
            <a:fillToRect l="100000" t="100000" r="0" b="0"/>
          </a:path>
          <a:tileRect r="-100000" b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">
            <a:extLst xmlns:a="http://schemas.openxmlformats.org/drawingml/2006/main">
              <a:ext uri="{FF2B5EF4-FFF2-40B4-BE49-F238E27FC236}">
                <a16:creationId xmlns:a16="http://schemas.microsoft.com/office/drawing/2014/main" id="{CC9E0D59-9755-4717-A955-B68AA7EBAE3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02566" y="1214438"/>
            <a:ext cx="10986868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elvetica Neue"/>
              <a:buNone/>
            </a:pPr>
            <a:r>
              <a:rPr b="1">
                <a:latin typeface="+mj-lt"/>
                <a:ea typeface="+mj-lt"/>
                <a:cs typeface="+mj-lt"/>
              </a:rPr>
              <a:t>Legen From Below</a:t>
            </a:r>
            <a:endParaRPr sz="4800" b="1">
              <a:latin typeface="+mj-lt"/>
              <a:ea typeface="+mj-lt"/>
              <a:cs typeface="+mj-lt"/>
            </a:endParaRPr>
          </a:p>
        </p:txBody>
      </p:sp>
      <p:sp>
        <p:nvSpPr>
          <p:cNvPr id="90" name="Google Shape;90;p1">
            <a:extLst xmlns:a="http://schemas.openxmlformats.org/drawingml/2006/main">
              <a:ext uri="{FF2B5EF4-FFF2-40B4-BE49-F238E27FC236}">
                <a16:creationId xmlns:a16="http://schemas.microsoft.com/office/drawing/2014/main" id="{0F1EE92B-10E9-41F9-8A26-EF592C7F68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2566" y="3987800"/>
            <a:ext cx="10986867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>
                <a:latin typeface="+mj-lt"/>
                <a:ea typeface="+mj-lt"/>
                <a:cs typeface="+mj-lt"/>
              </a:rPr>
              <a:t>Class Name:	</a:t>
            </a:r>
            <a:r>
              <a:rPr>
                <a:latin typeface="+mj-lt"/>
                <a:ea typeface="+mj-lt"/>
                <a:cs typeface="+mj-lt"/>
              </a:rPr>
              <a:t>GD1305</a:t>
            </a:r>
            <a:endParaRPr>
              <a:latin typeface="+mj-lt"/>
              <a:ea typeface="+mj-lt"/>
              <a:cs typeface="+mj-lt"/>
            </a:endParaRPr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>
                <a:latin typeface="+mj-lt"/>
                <a:ea typeface="+mj-lt"/>
                <a:cs typeface="+mj-lt"/>
              </a:rPr>
              <a:t>Group Name: </a:t>
            </a:r>
            <a:r>
              <a:rPr>
                <a:latin typeface="+mj-lt"/>
                <a:ea typeface="+mj-lt"/>
                <a:cs typeface="+mj-lt"/>
              </a:rPr>
              <a:t>The MoonStone</a:t>
            </a:r>
            <a:endParaRPr>
              <a:latin typeface="+mj-lt"/>
              <a:ea typeface="+mj-lt"/>
              <a:cs typeface="+mj-lt"/>
            </a:endParaRPr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>
                <a:latin typeface="+mj-lt"/>
                <a:ea typeface="+mj-lt"/>
                <a:cs typeface="+mj-lt"/>
              </a:rPr>
              <a:t>Members:</a:t>
            </a:r>
            <a:r>
              <a:rPr>
                <a:latin typeface="+mj-lt"/>
                <a:ea typeface="+mj-lt"/>
                <a:cs typeface="+mj-lt"/>
              </a:rPr>
              <a:t> Vũ Việt Tiến</a:t>
            </a:r>
            <a:endParaRPr>
              <a:latin typeface="+mj-lt"/>
              <a:ea typeface="+mj-lt"/>
              <a:cs typeface="+mj-lt"/>
            </a:endParaRPr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>
                <a:latin typeface="+mj-lt"/>
                <a:ea typeface="+mj-lt"/>
                <a:cs typeface="+mj-lt"/>
              </a:rPr>
              <a:t>			</a:t>
            </a:r>
            <a:endParaRPr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8517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2">
            <a:extLst xmlns:a="http://schemas.openxmlformats.org/drawingml/2006/main">
              <a:ext uri="{FF2B5EF4-FFF2-40B4-BE49-F238E27FC236}">
                <a16:creationId xmlns:a16="http://schemas.microsoft.com/office/drawing/2014/main" id="{9D7BE472-AA18-405D-AAFB-CCC705CB50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OBJECTIVES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97" name="Google Shape;97;p2">
            <a:extLst xmlns:a="http://schemas.openxmlformats.org/drawingml/2006/main">
              <a:ext uri="{FF2B5EF4-FFF2-40B4-BE49-F238E27FC236}">
                <a16:creationId xmlns:a16="http://schemas.microsoft.com/office/drawing/2014/main" id="{7A226821-2662-4B61-AFC1-C477B507D8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66675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+mj-lt"/>
              <a:buAutoNum type="romanUcPeriod"/>
            </a:pPr>
            <a:r>
              <a:rPr sz="2400" b="1">
                <a:latin typeface="+mn-lt"/>
                <a:ea typeface="+mn-lt"/>
                <a:cs typeface="+mn-lt"/>
              </a:rPr>
              <a:t>Project Introduction</a:t>
            </a:r>
          </a:p>
          <a:p xmlns:a="http://schemas.openxmlformats.org/drawingml/2006/main">
            <a:pPr marL="66675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+mj-lt"/>
              <a:buAutoNum type="romanUcPeriod"/>
            </a:pPr>
            <a:r>
              <a:rPr sz="2400" b="1">
                <a:latin typeface="+mn-lt"/>
                <a:ea typeface="+mn-lt"/>
                <a:cs typeface="+mn-lt"/>
              </a:rPr>
              <a:t>Analyze System Requiments</a:t>
            </a:r>
          </a:p>
          <a:p xmlns:a="http://schemas.openxmlformats.org/drawingml/2006/main">
            <a:pPr marL="66675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+mj-lt"/>
              <a:buAutoNum type="romanUcPeriod"/>
            </a:pPr>
            <a:r>
              <a:rPr sz="2400" b="1">
                <a:latin typeface="+mn-lt"/>
                <a:ea typeface="+mn-lt"/>
                <a:cs typeface="+mn-lt"/>
              </a:rPr>
              <a:t>Design Details</a:t>
            </a:r>
          </a:p>
          <a:p xmlns:a="http://schemas.openxmlformats.org/drawingml/2006/main">
            <a:pPr marL="66675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+mj-lt"/>
              <a:buAutoNum type="romanUcPeriod"/>
            </a:pPr>
            <a:r>
              <a:rPr sz="2400" b="1">
                <a:latin typeface="+mn-lt"/>
                <a:ea typeface="+mn-lt"/>
                <a:cs typeface="+mn-lt"/>
              </a:rPr>
              <a:t>Test</a:t>
            </a:r>
          </a:p>
          <a:p xmlns:a="http://schemas.openxmlformats.org/drawingml/2006/main">
            <a:pPr marL="666750" indent="-514350">
              <a:lnSpc>
                <a:spcPct val="200000"/>
              </a:lnSpc>
              <a:spcBef>
                <a:spcPts val="0"/>
              </a:spcBef>
              <a:buSzPts val="2400"/>
              <a:buFont typeface="+mj-lt"/>
              <a:buAutoNum type="romanUcPeriod"/>
            </a:pPr>
            <a:r>
              <a:rPr b="1">
                <a:latin typeface="+mn-lt"/>
                <a:ea typeface="+mn-lt"/>
                <a:cs typeface="+mn-lt"/>
              </a:rPr>
              <a:t>Installation Instructions</a:t>
            </a:r>
          </a:p>
          <a:p xmlns:a="http://schemas.openxmlformats.org/drawingml/2006/main">
            <a:pPr marL="666750" lvl="0" indent="-5143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+mj-lt"/>
              <a:buAutoNum type="romanUcPeriod"/>
            </a:pPr>
            <a:endParaRPr sz="2400">
              <a:latin typeface="+mj-lt"/>
              <a:ea typeface="+mj-lt"/>
              <a:cs typeface="+mj-lt"/>
            </a:endParaRPr>
          </a:p>
          <a:p xmlns:a="http://schemas.openxmlformats.org/drawingml/2006/main">
            <a:pPr marL="609600" lvl="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AutoNum type="arabicPeriod"/>
            </a:pPr>
            <a:endParaRPr sz="2400"/>
          </a:p>
        </p:txBody>
      </p:sp>
      <p:sp>
        <p:nvSpPr>
          <p:cNvPr id="98" name="Google Shape;98;p2">
            <a:extLst xmlns:a="http://schemas.openxmlformats.org/drawingml/2006/main">
              <a:ext uri="{FF2B5EF4-FFF2-40B4-BE49-F238E27FC236}">
                <a16:creationId xmlns:a16="http://schemas.microsoft.com/office/drawing/2014/main" id="{5A7148FB-958D-4406-AC2C-713AB5B3E5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8601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3">
            <a:extLst xmlns:a="http://schemas.openxmlformats.org/drawingml/2006/main">
              <a:ext uri="{FF2B5EF4-FFF2-40B4-BE49-F238E27FC236}">
                <a16:creationId xmlns:a16="http://schemas.microsoft.com/office/drawing/2014/main" id="{E485F0CB-DE6C-40B3-95B7-592E2E811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Project Introduction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05" name="Google Shape;105;p3">
            <a:extLst xmlns:a="http://schemas.openxmlformats.org/drawingml/2006/main">
              <a:ext uri="{FF2B5EF4-FFF2-40B4-BE49-F238E27FC236}">
                <a16:creationId xmlns:a16="http://schemas.microsoft.com/office/drawing/2014/main" id="{3666673B-851E-4BA0-8561-15ED02F0B9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30" y="1074057"/>
            <a:ext cx="6355353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sz="2400">
                <a:latin typeface="+mn-lt"/>
                <a:ea typeface="+mn-lt"/>
                <a:cs typeface="+mn-lt"/>
              </a:rPr>
              <a:t>Project Name:</a:t>
            </a:r>
            <a:r>
              <a:rPr sz="2400">
                <a:latin typeface="+mn-lt"/>
                <a:ea typeface="+mn-lt"/>
                <a:cs typeface="+mn-lt"/>
              </a:rPr>
              <a:t> Legend From Below</a:t>
            </a:r>
          </a:p>
          <a:p xmlns:a="http://schemas.openxmlformats.org/drawingml/2006/main">
            <a:pPr marL="152400" indent="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>
              <a:latin typeface="+mn-lt"/>
              <a:ea typeface="+mn-lt"/>
              <a:cs typeface="+mn-lt"/>
            </a:endParaRPr>
          </a:p>
          <a:p xmlns:a="http://schemas.openxmlformats.org/drawingml/2006/main"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sz="2400">
                <a:latin typeface="+mn-lt"/>
                <a:ea typeface="+mn-lt"/>
                <a:cs typeface="+mn-lt"/>
              </a:rPr>
              <a:t>Project Description:</a:t>
            </a:r>
            <a:endParaRPr sz="2400">
              <a:latin typeface="+mn-lt"/>
              <a:ea typeface="+mn-lt"/>
              <a:cs typeface="+mn-lt"/>
            </a:endParaRPr>
          </a:p>
          <a:p xmlns:a="http://schemas.openxmlformats.org/drawingml/2006/main"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 i="1"/>
              <a:t>Legend From Below</a:t>
            </a:r>
            <a:r>
              <a:rPr sz="2000"/>
              <a:t> is a </a:t>
            </a:r>
            <a:r>
              <a:rPr sz="2000" b="1"/>
              <a:t>dungeon shooter game inspired by Soul Knight</a:t>
            </a:r>
            <a:r>
              <a:rPr sz="2000"/>
              <a:t>, developed using Unity.</a:t>
            </a:r>
            <a:endParaRPr sz="2000"/>
          </a:p>
          <a:p xmlns:a="http://schemas.openxmlformats.org/drawingml/2006/main"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/>
              <a:t>Story: A mysterious warrior awakens in an unknown underground dungeon filled with enemies and traps.</a:t>
            </a:r>
            <a:endParaRPr sz="2000"/>
          </a:p>
          <a:p xmlns:a="http://schemas.openxmlformats.org/drawingml/2006/main"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/>
              <a:t>Objective: Survive, fight through multiple dungeon levels, and conquer the depths.</a:t>
            </a:r>
            <a:endParaRPr sz="2000"/>
          </a:p>
          <a:p xmlns:a="http://schemas.openxmlformats.org/drawingml/2006/main"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/>
              <a:t>Gameplay: fast-paced combat, dodge rolls, random chests, and resource management.</a:t>
            </a:r>
          </a:p>
        </p:txBody>
      </p:sp>
      <p:sp>
        <p:nvSpPr>
          <p:cNvPr id="106" name="Google Shape;106;p3">
            <a:extLst xmlns:a="http://schemas.openxmlformats.org/drawingml/2006/main">
              <a:ext uri="{FF2B5EF4-FFF2-40B4-BE49-F238E27FC236}">
                <a16:creationId xmlns:a16="http://schemas.microsoft.com/office/drawing/2014/main" id="{90BADFBF-323E-4A39-AE4D-F19CE9F87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3</a:t>
            </a:fld>
            <a:endParaRPr/>
          </a:p>
        </p:txBody>
      </p:sp>
      <p:pic>
        <p:nvPicPr>
          <p:cNvPr id="1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77878a4bd4d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2914" y="1376082"/>
            <a:ext cx="5643419" cy="42089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1175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4">
            <a:extLst xmlns:a="http://schemas.openxmlformats.org/drawingml/2006/main">
              <a:ext uri="{FF2B5EF4-FFF2-40B4-BE49-F238E27FC236}">
                <a16:creationId xmlns:a16="http://schemas.microsoft.com/office/drawing/2014/main" id="{C8450DC4-DF1E-40F4-BC2A-B095838F4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Arial"/>
                <a:ea typeface="Arial"/>
                <a:cs typeface="Arial"/>
              </a:rPr>
              <a:t>Project Introduction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13" name="Google Shape;113;p4">
            <a:extLst xmlns:a="http://schemas.openxmlformats.org/drawingml/2006/main">
              <a:ext uri="{FF2B5EF4-FFF2-40B4-BE49-F238E27FC236}">
                <a16:creationId xmlns:a16="http://schemas.microsoft.com/office/drawing/2014/main" id="{9A301A48-F8FC-4255-B451-901AE0DC4E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/>
          </a:p>
          <a:p xmlns:a="http://schemas.openxmlformats.org/drawingml/2006/main"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/>
          </a:p>
          <a:p xmlns:a="http://schemas.openxmlformats.org/drawingml/2006/main"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sz="2400"/>
              <a:t>Core Gameplay</a:t>
            </a:r>
            <a:endParaRPr sz="2400"/>
          </a:p>
          <a:p xmlns:a="http://schemas.openxmlformats.org/drawingml/2006/main"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/>
              <a:t>Player must </a:t>
            </a:r>
            <a:r>
              <a:rPr sz="2000" b="1"/>
              <a:t>dodge enemy bullets</a:t>
            </a:r>
            <a:r>
              <a:rPr sz="2000"/>
              <a:t> using roll mechanics.</a:t>
            </a:r>
          </a:p>
          <a:p xmlns:a="http://schemas.openxmlformats.org/drawingml/2006/main"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 b="1"/>
              <a:t>Collect and switch weapons</a:t>
            </a:r>
            <a:r>
              <a:rPr sz="2000"/>
              <a:t> dynamically.</a:t>
            </a:r>
          </a:p>
          <a:p xmlns:a="http://schemas.openxmlformats.org/drawingml/2006/main"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 b="1"/>
              <a:t>Clear rooms</a:t>
            </a:r>
            <a:r>
              <a:rPr sz="2000"/>
              <a:t> to progress through dungeons.</a:t>
            </a:r>
          </a:p>
          <a:p xmlns:a="http://schemas.openxmlformats.org/drawingml/2006/main"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 b="1"/>
              <a:t>Treasure chests</a:t>
            </a:r>
            <a:r>
              <a:rPr sz="2000"/>
              <a:t> may appear randomly after clearing a room.</a:t>
            </a:r>
          </a:p>
          <a:p xmlns:a="http://schemas.openxmlformats.org/drawingml/2006/main">
            <a:pPr marL="952500" lvl="1" indent="-342900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sz="2000" b="1"/>
              <a:t>Six dungeon levels</a:t>
            </a:r>
            <a:r>
              <a:rPr sz="2000"/>
              <a:t>, each with unique enemies and challenges.</a:t>
            </a:r>
            <a:endParaRPr sz="2000">
              <a:latin typeface="+mn-lt"/>
              <a:ea typeface="+mn-lt"/>
              <a:cs typeface="+mn-lt"/>
            </a:endParaRPr>
          </a:p>
        </p:txBody>
      </p:sp>
      <p:sp>
        <p:nvSpPr>
          <p:cNvPr id="114" name="Google Shape;114;p4">
            <a:extLst xmlns:a="http://schemas.openxmlformats.org/drawingml/2006/main">
              <a:ext uri="{FF2B5EF4-FFF2-40B4-BE49-F238E27FC236}">
                <a16:creationId xmlns:a16="http://schemas.microsoft.com/office/drawing/2014/main" id="{1B7D24B4-6692-4152-AE12-86D4FA167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58116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4">
            <a:extLst xmlns:a="http://schemas.openxmlformats.org/drawingml/2006/main">
              <a:ext uri="{FF2B5EF4-FFF2-40B4-BE49-F238E27FC236}">
                <a16:creationId xmlns:a16="http://schemas.microsoft.com/office/drawing/2014/main" id="{7B30F412-9058-2F16-0F2C-B801A3F774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Arial"/>
                <a:ea typeface="Arial"/>
                <a:cs typeface="Arial"/>
              </a:rPr>
              <a:t>Project Introduction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13" name="Google Shape;113;p4">
            <a:extLst xmlns:a="http://schemas.openxmlformats.org/drawingml/2006/main">
              <a:ext uri="{FF2B5EF4-FFF2-40B4-BE49-F238E27FC236}">
                <a16:creationId xmlns:a16="http://schemas.microsoft.com/office/drawing/2014/main" id="{D0C7B9C5-523C-3374-B348-4CAA98BC92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/>
          </a:p>
          <a:p xmlns:a="http://schemas.openxmlformats.org/drawingml/2006/main"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sz="2400"/>
              <a:t>Development Tool</a:t>
            </a:r>
            <a:endParaRPr sz="2400"/>
          </a:p>
        </p:txBody>
      </p:sp>
      <p:sp>
        <p:nvSpPr>
          <p:cNvPr id="114" name="Google Shape;114;p4">
            <a:extLst xmlns:a="http://schemas.openxmlformats.org/drawingml/2006/main">
              <a:ext uri="{FF2B5EF4-FFF2-40B4-BE49-F238E27FC236}">
                <a16:creationId xmlns:a16="http://schemas.microsoft.com/office/drawing/2014/main" id="{92E016BE-E2D3-DED3-2FEE-217BFC6921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5</a:t>
            </a:fld>
            <a:endParaRPr/>
          </a:p>
        </p:txBody>
      </p:sp>
      <p:graphicFrame>
        <p:nvGraphicFramePr>
          <p:cNvPr id="120" name="Table 1"/>
          <p:cNvGraphicFramePr/>
          <p:nvPr/>
        </p:nvGraphicFramePr>
        <p:xfrm>
          <a:off xmlns:a="http://schemas.openxmlformats.org/drawingml/2006/main" x="181274" y="2548466"/>
          <a:ext xmlns:a="http://schemas.openxmlformats.org/drawingml/2006/main" cx="7698702" cy="1854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950"/>
                <a:gridCol w="3872752"/>
              </a:tblGrid>
              <a:tr h="370840">
                <a:tc>
                  <a:txBody>
                    <a:bodyPr/>
                    <a:lstStyle/>
                    <a:p>
                      <a:r>
                        <a:t>Tool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Unity 6000.0.58f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Core Game engine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Visual Studio 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Scripting C#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Aseprite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Sprite and Animation Design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GitHub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Version Control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2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7cebcf53d4f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0634" y="2764834"/>
            <a:ext cx="3648635" cy="13283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60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5">
            <a:extLst xmlns:a="http://schemas.openxmlformats.org/drawingml/2006/main">
              <a:ext uri="{FF2B5EF4-FFF2-40B4-BE49-F238E27FC236}">
                <a16:creationId xmlns:a16="http://schemas.microsoft.com/office/drawing/2014/main" id="{08C6124E-53A8-4E8F-87BB-EF415C0740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SzPts val="2800"/>
              <a:buNone/>
            </a:pPr>
            <a:r>
              <a:t>II. </a:t>
            </a:r>
            <a:r>
              <a:rPr sz="3200"/>
              <a:t>ANALYZE SYSTEM REQUIREMENTS</a:t>
            </a:r>
            <a:endParaRPr sz="3200"/>
          </a:p>
        </p:txBody>
      </p:sp>
      <p:sp>
        <p:nvSpPr>
          <p:cNvPr id="121" name="Google Shape;121;p5">
            <a:extLst xmlns:a="http://schemas.openxmlformats.org/drawingml/2006/main">
              <a:ext uri="{FF2B5EF4-FFF2-40B4-BE49-F238E27FC236}">
                <a16:creationId xmlns:a16="http://schemas.microsoft.com/office/drawing/2014/main" id="{126BE12E-1147-4982-9473-2F486B10FE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952500" lvl="1" indent="-342900">
              <a:lnSpc>
                <a:spcPct val="120000"/>
              </a:lnSpc>
              <a:spcBef>
                <a:spcPts val="0"/>
              </a:spcBef>
              <a:buNone/>
            </a:pPr>
            <a:endParaRPr sz="2000">
              <a:latin typeface="Arial"/>
              <a:ea typeface="Arial"/>
              <a:cs typeface="Arial"/>
            </a:endParaRPr>
          </a:p>
          <a:p xmlns:a="http://schemas.openxmlformats.org/drawingml/2006/main">
            <a:pPr marL="6096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sz="2000" b="1">
                <a:latin typeface="Arial"/>
                <a:ea typeface="Arial"/>
                <a:cs typeface="Arial"/>
              </a:rPr>
              <a:t>System Overview</a:t>
            </a:r>
          </a:p>
          <a:p xmlns:a="http://schemas.openxmlformats.org/drawingml/2006/main">
            <a:pPr marL="609600" lvl="1" indent="0">
              <a:lnSpc>
                <a:spcPct val="120000"/>
              </a:lnSpc>
              <a:spcBef>
                <a:spcPts val="0"/>
              </a:spcBef>
              <a:buNone/>
            </a:pPr>
            <a:endParaRPr sz="2000" b="1">
              <a:latin typeface="Arial"/>
              <a:ea typeface="Arial"/>
              <a:cs typeface="Arial"/>
            </a:endParaRPr>
          </a:p>
          <a:p xmlns:a="http://schemas.openxmlformats.org/drawingml/2006/main">
            <a:pPr marL="952500" lvl="1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2000">
                <a:latin typeface="Arial"/>
                <a:ea typeface="Arial"/>
                <a:cs typeface="Arial"/>
              </a:rPr>
              <a:t>The game is structured into three main modules:</a:t>
            </a:r>
          </a:p>
          <a:p xmlns:a="http://schemas.openxmlformats.org/drawingml/2006/main">
            <a:pPr marL="1409700" lvl="2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1600">
                <a:latin typeface="Arial"/>
                <a:ea typeface="Arial"/>
                <a:cs typeface="Arial"/>
              </a:rPr>
              <a:t>Player Control Module</a:t>
            </a:r>
          </a:p>
          <a:p xmlns:a="http://schemas.openxmlformats.org/drawingml/2006/main">
            <a:pPr marL="1409700" lvl="2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1600">
                <a:latin typeface="Arial"/>
                <a:ea typeface="Arial"/>
                <a:cs typeface="Arial"/>
              </a:rPr>
              <a:t>Handles movement, rolling, shooting, and weapon switching.</a:t>
            </a:r>
          </a:p>
          <a:p xmlns:a="http://schemas.openxmlformats.org/drawingml/2006/main">
            <a:pPr marL="1409700" lvl="2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1600">
                <a:latin typeface="Arial"/>
                <a:ea typeface="Arial"/>
                <a:cs typeface="Arial"/>
              </a:rPr>
              <a:t>Enemy Spawner Module</a:t>
            </a:r>
          </a:p>
          <a:p xmlns:a="http://schemas.openxmlformats.org/drawingml/2006/main">
            <a:pPr marL="1409700" lvl="2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1600">
                <a:latin typeface="Arial"/>
                <a:ea typeface="Arial"/>
                <a:cs typeface="Arial"/>
              </a:rPr>
              <a:t>Manages spawning logic, kill counts, and room-clear events.</a:t>
            </a:r>
          </a:p>
          <a:p xmlns:a="http://schemas.openxmlformats.org/drawingml/2006/main">
            <a:pPr marL="1409700" lvl="2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1600">
                <a:latin typeface="Arial"/>
                <a:ea typeface="Arial"/>
                <a:cs typeface="Arial"/>
              </a:rPr>
              <a:t>Dungeon Builder Module</a:t>
            </a:r>
          </a:p>
          <a:p xmlns:a="http://schemas.openxmlformats.org/drawingml/2006/main">
            <a:pPr marL="1409700" lvl="2" indent="-342900">
              <a:lnSpc>
                <a:spcPct val="120000"/>
              </a:lnSpc>
              <a:spcBef>
                <a:spcPts val="0"/>
              </a:spcBef>
              <a:buNone/>
            </a:pPr>
            <a:r>
              <a:rPr sz="1600">
                <a:latin typeface="Arial"/>
                <a:ea typeface="Arial"/>
                <a:cs typeface="Arial"/>
              </a:rPr>
              <a:t>Constructs interconnected rooms and manages spawn points.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22" name="Google Shape;122;p5">
            <a:extLst xmlns:a="http://schemas.openxmlformats.org/drawingml/2006/main">
              <a:ext uri="{FF2B5EF4-FFF2-40B4-BE49-F238E27FC236}">
                <a16:creationId xmlns:a16="http://schemas.microsoft.com/office/drawing/2014/main" id="{6E108EC1-6B43-438C-9759-F7403E1C50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86297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6">
            <a:extLst xmlns:a="http://schemas.openxmlformats.org/drawingml/2006/main">
              <a:ext uri="{FF2B5EF4-FFF2-40B4-BE49-F238E27FC236}">
                <a16:creationId xmlns:a16="http://schemas.microsoft.com/office/drawing/2014/main" id="{4B10ED77-A1BD-4907-BE8E-EEB52F7C12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SzPts val="2800"/>
              <a:buNone/>
            </a:pPr>
            <a:r>
              <a:rPr sz="3200"/>
              <a:t>II. ANALYZE SYSTEM REQUIREMENTS</a:t>
            </a:r>
            <a:endParaRPr sz="3200">
              <a:latin typeface="+mj-lt"/>
              <a:ea typeface="+mj-lt"/>
              <a:cs typeface="+mj-lt"/>
            </a:endParaRPr>
          </a:p>
        </p:txBody>
      </p:sp>
      <p:sp>
        <p:nvSpPr>
          <p:cNvPr id="129" name="Google Shape;129;p6">
            <a:extLst xmlns:a="http://schemas.openxmlformats.org/drawingml/2006/main">
              <a:ext uri="{FF2B5EF4-FFF2-40B4-BE49-F238E27FC236}">
                <a16:creationId xmlns:a16="http://schemas.microsoft.com/office/drawing/2014/main" id="{ED4A8156-2F66-4BBE-88FA-E5D00D71D5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sz="2400"/>
              <a:t>Use Case</a:t>
            </a:r>
          </a:p>
          <a:p xmlns:a="http://schemas.openxmlformats.org/drawingml/2006/main">
            <a:pPr marL="152400" indent="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/>
          </a:p>
          <a:p xmlns:a="http://schemas.openxmlformats.org/drawingml/2006/main">
            <a:pPr marL="152400" indent="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/>
          </a:p>
        </p:txBody>
      </p:sp>
      <p:sp>
        <p:nvSpPr>
          <p:cNvPr id="130" name="Google Shape;130;p6">
            <a:extLst xmlns:a="http://schemas.openxmlformats.org/drawingml/2006/main">
              <a:ext uri="{FF2B5EF4-FFF2-40B4-BE49-F238E27FC236}">
                <a16:creationId xmlns:a16="http://schemas.microsoft.com/office/drawing/2014/main" id="{3354F3C6-55C1-4272-A844-4382A6E465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7</a:t>
            </a:fld>
            <a:endParaRPr/>
          </a:p>
        </p:txBody>
      </p:sp>
      <p:pic>
        <p:nvPicPr>
          <p:cNvPr id="13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f9edd9c2e46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3404" y="1231302"/>
            <a:ext cx="5194236" cy="49364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26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24369892-34CE-4CFA-80E9-10EF4B9F7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SzPts val="2800"/>
              <a:buNone/>
            </a:pPr>
            <a:r>
              <a:rPr sz="3200"/>
              <a:t>II. ANALYZE SYSTEM REQUIREMENTS</a:t>
            </a:r>
            <a:endParaRPr sz="3200">
              <a:latin typeface="Arial"/>
              <a:ea typeface="Arial"/>
              <a:cs typeface="Arial"/>
            </a:endParaRP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70F49A79-79BD-4D31-94D6-106958BFE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r>
              <a:rPr b="1"/>
              <a:t>Activity Diagram:</a:t>
            </a:r>
          </a:p>
          <a:p xmlns:a="http://schemas.openxmlformats.org/drawingml/2006/main">
            <a:pPr marL="152400" indent="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>
              <a:latin typeface="+mn-lt"/>
              <a:ea typeface="+mn-lt"/>
              <a:cs typeface="+mn-lt"/>
            </a:endParaRP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7FCBFBE7-26C8-4F19-8E8E-9A1CA1C85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8</a:t>
            </a:fld>
            <a:endParaRPr/>
          </a:p>
        </p:txBody>
      </p:sp>
      <p:pic>
        <p:nvPicPr>
          <p:cNvPr id="14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4f46ab32d4a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8106" y="926876"/>
            <a:ext cx="4078412" cy="56239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93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51CE0E94-B3B7-471A-BCCF-49A5799DD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DETIAL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21C9EBF4-7D70-4AD3-943B-ABC2213F17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spcBef>
                <a:spcPts val="0"/>
              </a:spcBef>
              <a:buSzPts val="2400"/>
              <a:buNone/>
            </a:pPr>
            <a:r>
              <a:rPr sz="2400">
                <a:latin typeface="+mn-lt"/>
                <a:ea typeface="+mn-lt"/>
                <a:cs typeface="+mn-lt"/>
              </a:rPr>
              <a:t>Menu</a:t>
            </a:r>
            <a:endParaRPr sz="2400">
              <a:latin typeface="+mn-lt"/>
              <a:ea typeface="+mn-lt"/>
              <a:cs typeface="+mn-lt"/>
            </a:endParaRP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26E8AC26-EB3D-4832-B4E5-28CF639484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9</a:t>
            </a:fld>
            <a:endParaRPr/>
          </a:p>
        </p:txBody>
      </p:sp>
      <p:pic>
        <p:nvPicPr>
          <p:cNvPr id="15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a9cc7be2349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486" y="2160381"/>
            <a:ext cx="5756910" cy="3238500"/>
          </a:xfrm>
          <a:prstGeom xmlns:a="http://schemas.openxmlformats.org/drawingml/2006/main" prst="rect">
            <a:avLst/>
          </a:prstGeom>
        </p:spPr>
      </p:pic>
      <p:pic>
        <p:nvPicPr>
          <p:cNvPr id="15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c8e287e9c41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5396" y="2160381"/>
            <a:ext cx="5765061" cy="32428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8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5DEC93C9-EF35-A8EA-CA95-80C9EB419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DETIAL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DFEF619E-B0D1-B4B1-F23F-399D496B9F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spcBef>
                <a:spcPts val="0"/>
              </a:spcBef>
              <a:buSzPts val="2400"/>
              <a:buNone/>
            </a:pPr>
            <a:r>
              <a:rPr sz="2400">
                <a:latin typeface="+mn-lt"/>
                <a:ea typeface="+mn-lt"/>
                <a:cs typeface="+mn-lt"/>
              </a:rPr>
              <a:t>In Game</a:t>
            </a:r>
            <a:endParaRPr sz="2400">
              <a:latin typeface="+mn-lt"/>
              <a:ea typeface="+mn-lt"/>
              <a:cs typeface="+mn-lt"/>
            </a:endParaRP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6C5C600C-AD3F-16F0-594B-F895B3E71B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10</a:t>
            </a:fld>
            <a:endParaRPr/>
          </a:p>
        </p:txBody>
      </p:sp>
      <p:pic>
        <p:nvPicPr>
          <p:cNvPr id="15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f2c60716c4b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8217" y="2164728"/>
            <a:ext cx="5756910" cy="3238500"/>
          </a:xfrm>
          <a:prstGeom xmlns:a="http://schemas.openxmlformats.org/drawingml/2006/main" prst="rect">
            <a:avLst/>
          </a:prstGeom>
        </p:spPr>
      </p:pic>
      <p:pic>
        <p:nvPicPr>
          <p:cNvPr id="15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062e700da4a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8937" y="2164728"/>
            <a:ext cx="5757334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220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B9B23D56-F968-AF1E-062D-27B15EF102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DETIAL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950060C8-2731-3F5C-4C94-BC22C5B48D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spcBef>
                <a:spcPts val="0"/>
              </a:spcBef>
              <a:buSzPts val="2400"/>
              <a:buNone/>
            </a:pPr>
            <a:r>
              <a:rPr sz="2400">
                <a:latin typeface="+mn-lt"/>
                <a:ea typeface="+mn-lt"/>
                <a:cs typeface="+mn-lt"/>
              </a:rPr>
              <a:t>Class Diagram</a:t>
            </a:r>
            <a:endParaRPr sz="2400">
              <a:latin typeface="+mn-lt"/>
              <a:ea typeface="+mn-lt"/>
              <a:cs typeface="+mn-lt"/>
            </a:endParaRP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6F5F29FA-3A34-5FBF-2FEC-262BEDDCFA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11</a:t>
            </a:fld>
            <a:endParaRPr/>
          </a:p>
        </p:txBody>
      </p:sp>
      <p:pic>
        <p:nvPicPr>
          <p:cNvPr id="15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3fdb9992945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7865" y="1074056"/>
            <a:ext cx="6430623" cy="54111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257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D3DE1E7B-7F4E-A38F-7647-A026913631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DETIAL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25B509E5-FDDD-D328-42BF-A46473BDF6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spcBef>
                <a:spcPts val="0"/>
              </a:spcBef>
              <a:buSzPts val="2400"/>
              <a:buNone/>
            </a:pPr>
            <a:r>
              <a:rPr b="1"/>
              <a:t>Sequence Diagram</a:t>
            </a:r>
            <a:endParaRPr b="1"/>
          </a:p>
          <a:p xmlns:a="http://schemas.openxmlformats.org/drawingml/2006/main">
            <a:pPr marL="609600" lvl="1" indent="0">
              <a:spcBef>
                <a:spcPts val="0"/>
              </a:spcBef>
              <a:buNone/>
            </a:pPr>
            <a:r>
              <a:t>- Movement</a:t>
            </a:r>
          </a:p>
          <a:p xmlns:a="http://schemas.openxmlformats.org/drawingml/2006/main">
            <a:pPr marL="152400" indent="0">
              <a:spcBef>
                <a:spcPts val="0"/>
              </a:spcBef>
              <a:buSzPts val="2400"/>
              <a:buNone/>
            </a:pPr>
            <a:endParaRPr sz="2400">
              <a:latin typeface="+mn-lt"/>
              <a:ea typeface="+mn-lt"/>
              <a:cs typeface="+mn-lt"/>
            </a:endParaRP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214844D0-677B-3B66-D254-3A52A484E7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12</a:t>
            </a:fld>
            <a:endParaRPr/>
          </a:p>
        </p:txBody>
      </p:sp>
      <p:pic>
        <p:nvPicPr>
          <p:cNvPr id="15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45ce642294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548" y="1975070"/>
            <a:ext cx="10936107" cy="33320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317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5643F666-C96C-904D-6184-D51E39F3CC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DETIAL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66EE6ED3-5A56-6536-5789-12BF7368B5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spcBef>
                <a:spcPts val="0"/>
              </a:spcBef>
              <a:buSzPts val="2400"/>
              <a:buNone/>
            </a:pPr>
            <a:r>
              <a:rPr b="1"/>
              <a:t>Sequence Diagram</a:t>
            </a:r>
            <a:endParaRPr b="1"/>
          </a:p>
          <a:p xmlns:a="http://schemas.openxmlformats.org/drawingml/2006/main">
            <a:pPr marL="609600" lvl="1" indent="0">
              <a:spcBef>
                <a:spcPts val="0"/>
              </a:spcBef>
              <a:buNone/>
            </a:pPr>
            <a:r>
              <a:t>- Roll</a:t>
            </a:r>
          </a:p>
          <a:p xmlns:a="http://schemas.openxmlformats.org/drawingml/2006/main">
            <a:pPr marL="152400" indent="0">
              <a:spcBef>
                <a:spcPts val="0"/>
              </a:spcBef>
              <a:buSzPts val="2400"/>
              <a:buNone/>
            </a:pPr>
            <a:endParaRPr sz="2400">
              <a:latin typeface="+mn-lt"/>
              <a:ea typeface="+mn-lt"/>
              <a:cs typeface="+mn-lt"/>
            </a:endParaRP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B9DEAFF2-0A73-76E2-9D98-723D43F06C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13</a:t>
            </a:fld>
            <a:endParaRPr/>
          </a:p>
        </p:txBody>
      </p:sp>
      <p:pic>
        <p:nvPicPr>
          <p:cNvPr id="15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6c2a95bbb4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890644"/>
            <a:ext cx="12192000" cy="44931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517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FFD14508-5F60-C5F1-C1F9-EAB32E1AC9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DETIAL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0D27D285-F338-7E31-CBCA-2EBF8C3AFC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spcBef>
                <a:spcPts val="0"/>
              </a:spcBef>
              <a:buSzPts val="2400"/>
              <a:buNone/>
            </a:pPr>
            <a:r>
              <a:rPr b="1"/>
              <a:t>Sequence Diagram</a:t>
            </a:r>
            <a:endParaRPr b="1"/>
          </a:p>
          <a:p xmlns:a="http://schemas.openxmlformats.org/drawingml/2006/main">
            <a:pPr marL="609600" lvl="1" indent="0">
              <a:spcBef>
                <a:spcPts val="0"/>
              </a:spcBef>
              <a:buNone/>
            </a:pPr>
            <a:r>
              <a:t>- </a:t>
            </a:r>
            <a:r>
              <a:t>Fire Weapon</a:t>
            </a:r>
            <a:endParaRPr/>
          </a:p>
          <a:p xmlns:a="http://schemas.openxmlformats.org/drawingml/2006/main">
            <a:pPr marL="152400" indent="0">
              <a:spcBef>
                <a:spcPts val="0"/>
              </a:spcBef>
              <a:buSzPts val="2400"/>
              <a:buNone/>
            </a:pPr>
            <a:endParaRPr sz="2400">
              <a:latin typeface="+mn-lt"/>
              <a:ea typeface="+mn-lt"/>
              <a:cs typeface="+mn-lt"/>
            </a:endParaRP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592E412B-241F-5ADB-3A09-76946951D6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14</a:t>
            </a:fld>
            <a:endParaRPr/>
          </a:p>
        </p:txBody>
      </p:sp>
      <p:pic>
        <p:nvPicPr>
          <p:cNvPr id="15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0e046a9ca47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892178"/>
            <a:ext cx="12192000" cy="42569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094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1A474342-1CF1-6033-4B93-D4324E95C5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DETIAL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568593F1-9401-EBA5-96F4-1ABACA23FC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spcBef>
                <a:spcPts val="0"/>
              </a:spcBef>
              <a:buSzPts val="2400"/>
              <a:buNone/>
            </a:pPr>
            <a:r>
              <a:rPr b="1"/>
              <a:t>Sequence Diagram</a:t>
            </a:r>
            <a:endParaRPr b="1"/>
          </a:p>
          <a:p xmlns:a="http://schemas.openxmlformats.org/drawingml/2006/main">
            <a:pPr marL="609600" lvl="1" indent="0">
              <a:spcBef>
                <a:spcPts val="0"/>
              </a:spcBef>
              <a:buNone/>
            </a:pPr>
            <a:r>
              <a:t>- </a:t>
            </a:r>
            <a:r>
              <a:t>Use Item</a:t>
            </a:r>
            <a:endParaRPr/>
          </a:p>
          <a:p xmlns:a="http://schemas.openxmlformats.org/drawingml/2006/main">
            <a:pPr marL="152400" indent="0">
              <a:spcBef>
                <a:spcPts val="0"/>
              </a:spcBef>
              <a:buSzPts val="2400"/>
              <a:buNone/>
            </a:pPr>
            <a:endParaRPr sz="2400">
              <a:latin typeface="+mn-lt"/>
              <a:ea typeface="+mn-lt"/>
              <a:cs typeface="+mn-lt"/>
            </a:endParaRP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FED495D1-5085-045F-EF71-3281242591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15</a:t>
            </a:fld>
            <a:endParaRPr/>
          </a:p>
        </p:txBody>
      </p:sp>
      <p:pic>
        <p:nvPicPr>
          <p:cNvPr id="15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d15649f4742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542" y="2003414"/>
            <a:ext cx="11192317" cy="45145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2362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623E24C3-17AC-9757-2908-241DE0C202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DETIAL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CD2E1DCE-768F-EF08-C1F6-C079089380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spcBef>
                <a:spcPts val="0"/>
              </a:spcBef>
              <a:buSzPts val="2400"/>
              <a:buNone/>
            </a:pPr>
            <a:r>
              <a:rPr b="1"/>
              <a:t>Database Design</a:t>
            </a:r>
          </a:p>
          <a:p xmlns:a="http://schemas.openxmlformats.org/drawingml/2006/main">
            <a:pPr marL="152400" indent="0">
              <a:spcBef>
                <a:spcPts val="0"/>
              </a:spcBef>
              <a:buSzPts val="2400"/>
              <a:buNone/>
            </a:pPr>
            <a:endParaRPr b="1"/>
          </a:p>
          <a:p xmlns:a="http://schemas.openxmlformats.org/drawingml/2006/main">
            <a:pPr marL="952500" lvl="1" indent="-342900">
              <a:spcBef>
                <a:spcPts val="0"/>
              </a:spcBef>
              <a:buNone/>
            </a:pPr>
            <a:r>
              <a:rPr sz="2000" b="1">
                <a:latin typeface="+mn-lt"/>
                <a:ea typeface="+mn-lt"/>
                <a:cs typeface="+mn-lt"/>
              </a:rPr>
              <a:t>Entity Relationship Diagram</a:t>
            </a:r>
          </a:p>
          <a:p xmlns:a="http://schemas.openxmlformats.org/drawingml/2006/main">
            <a:pPr marL="152400" indent="0">
              <a:spcBef>
                <a:spcPts val="0"/>
              </a:spcBef>
              <a:buSzPts val="2400"/>
              <a:buNone/>
            </a:pPr>
            <a:r>
              <a:rPr sz="2400" b="1">
                <a:latin typeface="+mn-lt"/>
                <a:ea typeface="+mn-lt"/>
                <a:cs typeface="+mn-lt"/>
              </a:rPr>
              <a:t>	</a:t>
            </a:r>
          </a:p>
          <a:p xmlns:a="http://schemas.openxmlformats.org/drawingml/2006/main">
            <a:pPr lvl="2">
              <a:buNone/>
            </a:pPr>
            <a:r>
              <a:rPr sz="1400" b="1"/>
              <a:t>HighScoreManager</a:t>
            </a:r>
            <a:r>
              <a:rPr sz="1400" b="1"/>
              <a:t>:</a:t>
            </a:r>
            <a:r>
              <a:rPr sz="1400"/>
              <a:t> manages score persistence.</a:t>
            </a:r>
            <a:br/>
            <a:r>
              <a:rPr sz="1400" b="1"/>
              <a:t>Data Storage:</a:t>
            </a:r>
            <a:r>
              <a:rPr sz="1400"/>
              <a:t> .</a:t>
            </a:r>
            <a:r>
              <a:rPr sz="1400"/>
              <a:t>dat</a:t>
            </a:r>
            <a:r>
              <a:rPr sz="1400"/>
              <a:t> binary file using </a:t>
            </a:r>
            <a:r>
              <a:rPr sz="1400"/>
              <a:t>BinaryFormatter</a:t>
            </a:r>
            <a:r>
              <a:rPr sz="1400"/>
              <a:t>.</a:t>
            </a:r>
            <a:br/>
            <a:r>
              <a:rPr sz="1400" b="1"/>
              <a:t>Structure:</a:t>
            </a:r>
            <a:endParaRPr sz="1400"/>
          </a:p>
          <a:p xmlns:a="http://schemas.openxmlformats.org/drawingml/2006/main">
            <a:pPr lvl="2">
              <a:buNone/>
            </a:pPr>
            <a:r>
              <a:rPr sz="1400"/>
              <a:t>HighScoreManager</a:t>
            </a:r>
            <a:r>
              <a:rPr sz="1400"/>
              <a:t> → Controller</a:t>
            </a:r>
          </a:p>
          <a:p xmlns:a="http://schemas.openxmlformats.org/drawingml/2006/main">
            <a:pPr lvl="2">
              <a:buNone/>
            </a:pPr>
            <a:r>
              <a:rPr sz="1400"/>
              <a:t>HighScore</a:t>
            </a:r>
            <a:r>
              <a:rPr sz="1400"/>
              <a:t> → Entity</a:t>
            </a:r>
          </a:p>
          <a:p xmlns:a="http://schemas.openxmlformats.org/drawingml/2006/main">
            <a:pPr lvl="2">
              <a:buNone/>
            </a:pPr>
            <a:r>
              <a:rPr sz="1400"/>
              <a:t>Score → Records with </a:t>
            </a:r>
            <a:r>
              <a:rPr sz="1400"/>
              <a:t>playerName</a:t>
            </a:r>
            <a:r>
              <a:rPr sz="1400"/>
              <a:t>, </a:t>
            </a:r>
            <a:r>
              <a:rPr sz="1400"/>
              <a:t>levelDescription</a:t>
            </a:r>
            <a:r>
              <a:rPr sz="1400"/>
              <a:t>, </a:t>
            </a:r>
            <a:r>
              <a:rPr sz="1400"/>
              <a:t>playerScore</a:t>
            </a:r>
            <a:r>
              <a:rPr sz="1400"/>
              <a:t>.</a:t>
            </a:r>
          </a:p>
          <a:p xmlns:a="http://schemas.openxmlformats.org/drawingml/2006/main">
            <a:pPr marL="495300" indent="-342900">
              <a:spcBef>
                <a:spcPts val="0"/>
              </a:spcBef>
              <a:buSzPts val="2400"/>
              <a:buNone/>
            </a:pPr>
            <a:endParaRPr sz="2400">
              <a:latin typeface="+mn-lt"/>
              <a:ea typeface="+mn-lt"/>
              <a:cs typeface="+mn-lt"/>
            </a:endParaRP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E8F227CC-B5B4-2747-9934-AB2C617871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16</a:t>
            </a:fld>
            <a:endParaRPr/>
          </a:p>
        </p:txBody>
      </p:sp>
      <p:pic>
        <p:nvPicPr>
          <p:cNvPr id="15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dbaee9b154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94078" y="1041301"/>
            <a:ext cx="2561154" cy="525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956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E8102E28-BB1E-3110-772B-B2A92BCD5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III. DESIGN DETIAL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53375310-46BB-CC7F-1AA0-B58FCBCEC1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29" y="1074057"/>
            <a:ext cx="11844997" cy="557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495300" indent="-342900">
              <a:spcBef>
                <a:spcPts val="0"/>
              </a:spcBef>
              <a:buSzPts val="2400"/>
              <a:buNone/>
            </a:pPr>
            <a:r>
              <a:rPr b="1"/>
              <a:t>Database Design</a:t>
            </a:r>
          </a:p>
          <a:p xmlns:a="http://schemas.openxmlformats.org/drawingml/2006/main">
            <a:pPr marL="952500" lvl="1" indent="-342900">
              <a:spcBef>
                <a:spcPts val="0"/>
              </a:spcBef>
              <a:buNone/>
            </a:pPr>
            <a:endParaRPr b="1"/>
          </a:p>
          <a:p xmlns:a="http://schemas.openxmlformats.org/drawingml/2006/main">
            <a:pPr marL="609600" lvl="1" indent="0">
              <a:spcBef>
                <a:spcPts val="0"/>
              </a:spcBef>
              <a:buNone/>
            </a:pPr>
            <a:endParaRPr b="1"/>
          </a:p>
          <a:p xmlns:a="http://schemas.openxmlformats.org/drawingml/2006/main">
            <a:pPr marL="152400" indent="0">
              <a:spcBef>
                <a:spcPts val="0"/>
              </a:spcBef>
              <a:buSzPts val="2400"/>
              <a:buNone/>
            </a:pPr>
            <a:endParaRPr b="1"/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84BB2AD0-2F1F-A738-C0F7-27CDC914CF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17</a:t>
            </a:fld>
            <a:endParaRPr/>
          </a:p>
        </p:txBody>
      </p:sp>
      <p:pic>
        <p:nvPicPr>
          <p:cNvPr id="15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c9c8237c94a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9778" y="1940598"/>
            <a:ext cx="6761583" cy="457736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27D411D-513B-0D8E-BCCF-9F614E9A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58" y="1524477"/>
            <a:ext cx="346934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2000" b="1">
                <a:solidFill>
                  <a:schemeClr val="accent1">
                    <a:lumMod val="75000"/>
                  </a:schemeClr>
                </a:solidFill>
              </a:rPr>
              <a:t>Database Design Detail</a:t>
            </a:r>
            <a:r>
              <a:rPr sz="2000" b="1">
                <a:solidFill>
                  <a:schemeClr val="accent1">
                    <a:lumMod val="75000"/>
                  </a:schemeClr>
                </a:solidFill>
              </a:rPr>
              <a:t> :</a:t>
            </a:r>
            <a:endParaRPr sz="20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9881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9A8673D6-9B3D-4640-BB8F-2AB88E72B6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IV. TEST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5599B651-1FEE-43AA-A213-E1429EAF0C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18</a:t>
            </a:fld>
            <a:endParaRPr/>
          </a:p>
        </p:txBody>
      </p:sp>
      <p:pic>
        <p:nvPicPr>
          <p:cNvPr id="15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281d940ae49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86" y="1031653"/>
            <a:ext cx="4719297" cy="5381532"/>
          </a:xfrm>
          <a:prstGeom xmlns:a="http://schemas.openxmlformats.org/drawingml/2006/main" prst="rect">
            <a:avLst/>
          </a:prstGeom>
        </p:spPr>
      </p:pic>
      <p:pic>
        <p:nvPicPr>
          <p:cNvPr id="16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0a778790148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6440" y="992666"/>
            <a:ext cx="4894976" cy="54595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388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3DA29831-3137-7D5D-CAD8-3C6C72965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 Light"/>
              <a:buNone/>
            </a:pPr>
            <a:r>
              <a:rPr>
                <a:latin typeface="+mj-lt"/>
                <a:ea typeface="+mj-lt"/>
                <a:cs typeface="+mj-lt"/>
              </a:rPr>
              <a:t>IV. TEST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A0D0337F-F9FF-9CDF-6B29-6669A9243E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19</a:t>
            </a:fld>
            <a:endParaRPr/>
          </a:p>
        </p:txBody>
      </p:sp>
      <p:pic>
        <p:nvPicPr>
          <p:cNvPr id="15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fd2c665934f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558" y="1049934"/>
            <a:ext cx="5686848" cy="5344970"/>
          </a:xfrm>
          <a:prstGeom xmlns:a="http://schemas.openxmlformats.org/drawingml/2006/main" prst="rect">
            <a:avLst/>
          </a:prstGeom>
        </p:spPr>
      </p:pic>
      <p:pic>
        <p:nvPicPr>
          <p:cNvPr id="16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7812ee80447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2038" y="1049742"/>
            <a:ext cx="5026117" cy="53453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708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" name="Google Shape;184;p13">
            <a:extLst xmlns:a="http://schemas.openxmlformats.org/drawingml/2006/main">
              <a:ext uri="{FF2B5EF4-FFF2-40B4-BE49-F238E27FC236}">
                <a16:creationId xmlns:a16="http://schemas.microsoft.com/office/drawing/2014/main" id="{95B2C693-A904-4636-ACA8-F4C12568D4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3103" y="263301"/>
            <a:ext cx="11844998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3200"/>
              <a:t>V. </a:t>
            </a:r>
            <a:r>
              <a:rPr sz="3200"/>
              <a:t>Installation Instructions</a:t>
            </a:r>
          </a:p>
        </p:txBody>
      </p:sp>
      <p:sp>
        <p:nvSpPr>
          <p:cNvPr id="185" name="Google Shape;185;p13">
            <a:extLst xmlns:a="http://schemas.openxmlformats.org/drawingml/2006/main">
              <a:ext uri="{FF2B5EF4-FFF2-40B4-BE49-F238E27FC236}">
                <a16:creationId xmlns:a16="http://schemas.microsoft.com/office/drawing/2014/main" id="{21D1B251-75C2-4BFF-9136-1B0288712F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5730" y="1074057"/>
            <a:ext cx="7337730" cy="5411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55000" lnSpcReduction="20000"/>
          </a:bodyPr>
          <a:lstStyle xmlns:a="http://schemas.openxmlformats.org/drawingml/2006/main"/>
          <a:p xmlns:a="http://schemas.openxmlformats.org/drawingml/2006/main">
            <a:r>
              <a:rPr b="1"/>
              <a:t>PREREQUISITES</a:t>
            </a:r>
            <a:endParaRPr/>
          </a:p>
          <a:p xmlns:a="http://schemas.openxmlformats.org/drawingml/2006/main">
            <a:pPr marL="50800" lvl="0" indent="0">
              <a:buNone/>
            </a:pPr>
            <a:r>
              <a:t>	</a:t>
            </a:r>
            <a:r>
              <a:t>Unity Hub – Download</a:t>
            </a:r>
            <a:endParaRPr/>
          </a:p>
          <a:p xmlns:a="http://schemas.openxmlformats.org/drawingml/2006/main">
            <a:pPr marL="50800" lvl="0" indent="0">
              <a:buNone/>
            </a:pPr>
            <a:r>
              <a:t>	</a:t>
            </a:r>
            <a:r>
              <a:t>Unity Editor 6000</a:t>
            </a:r>
            <a:r>
              <a:t>.0.58f </a:t>
            </a:r>
            <a:r>
              <a:t>or later (LTS)</a:t>
            </a:r>
          </a:p>
          <a:p xmlns:a="http://schemas.openxmlformats.org/drawingml/2006/main">
            <a:pPr marL="50800" lvl="0" indent="0">
              <a:buNone/>
            </a:pPr>
            <a:r>
              <a:t>	</a:t>
            </a:r>
            <a:r>
              <a:t>Git (Optional, for version control)</a:t>
            </a:r>
          </a:p>
          <a:p xmlns:a="http://schemas.openxmlformats.org/drawingml/2006/main">
            <a:pPr marL="50800" indent="0">
              <a:buNone/>
            </a:pPr>
            <a:endParaRPr/>
          </a:p>
          <a:p xmlns:a="http://schemas.openxmlformats.org/drawingml/2006/main">
            <a:r>
              <a:rPr b="1"/>
              <a:t>INSTALLATION STEPS</a:t>
            </a:r>
            <a:endParaRPr b="1"/>
          </a:p>
          <a:p xmlns:a="http://schemas.openxmlformats.org/drawingml/2006/main">
            <a:pPr marL="50800" lvl="0" indent="0">
              <a:buNone/>
            </a:pPr>
            <a:r>
              <a:rPr b="1"/>
              <a:t>       Step 1: Clone or Download Project</a:t>
            </a:r>
            <a:endParaRPr/>
          </a:p>
          <a:p xmlns:a="http://schemas.openxmlformats.org/drawingml/2006/main">
            <a:pPr marL="50800" indent="0">
              <a:buNone/>
            </a:pPr>
            <a:r>
              <a:t>	Git clone </a:t>
            </a:r>
            <a:r>
              <a:rPr u="sng">
                <a:hlinkClick xmlns:r="http://schemas.openxmlformats.org/officeDocument/2006/relationships" r:id="Rcd7280f63770468d"/>
              </a:rPr>
              <a:t>https://github.com/Vutien1406/Assignment/settings</a:t>
            </a:r>
            <a:endParaRPr/>
          </a:p>
          <a:p xmlns:a="http://schemas.openxmlformats.org/drawingml/2006/main">
            <a:pPr marL="50800" indent="0">
              <a:buNone/>
            </a:pPr>
            <a:r>
              <a:t>	Or Download ZIP : </a:t>
            </a:r>
            <a:endParaRPr/>
          </a:p>
          <a:p xmlns:a="http://schemas.openxmlformats.org/drawingml/2006/main">
            <a:pPr marL="511175" lvl="0" indent="0">
              <a:buNone/>
            </a:pPr>
            <a:r>
              <a:rPr b="1"/>
              <a:t>Step 2: Open in Unity Hub</a:t>
            </a:r>
            <a:endParaRPr/>
          </a:p>
          <a:p xmlns:a="http://schemas.openxmlformats.org/drawingml/2006/main">
            <a:pPr marL="533400" lvl="1" indent="0">
              <a:buNone/>
            </a:pPr>
            <a:r>
              <a:t>	Open Unity Hub</a:t>
            </a:r>
            <a:endParaRPr/>
          </a:p>
          <a:p xmlns:a="http://schemas.openxmlformats.org/drawingml/2006/main">
            <a:pPr marL="533400" lvl="1" indent="0">
              <a:buNone/>
            </a:pPr>
            <a:r>
              <a:t>	Click "Add" → Select project folder</a:t>
            </a:r>
            <a:endParaRPr/>
          </a:p>
          <a:p xmlns:a="http://schemas.openxmlformats.org/drawingml/2006/main">
            <a:pPr marL="533400" lvl="1" indent="0">
              <a:buNone/>
            </a:pPr>
            <a:r>
              <a:t>	Choose Unity 6000.0.58f</a:t>
            </a:r>
            <a:endParaRPr/>
          </a:p>
          <a:p xmlns:a="http://schemas.openxmlformats.org/drawingml/2006/main">
            <a:pPr marL="533400" lvl="1" indent="0">
              <a:buNone/>
            </a:pPr>
            <a:r>
              <a:t>	Click "Open"</a:t>
            </a:r>
            <a:endParaRPr/>
          </a:p>
          <a:p xmlns:a="http://schemas.openxmlformats.org/drawingml/2006/main">
            <a:pPr marL="511175" lvl="0" indent="0">
              <a:buNone/>
            </a:pPr>
            <a:r>
              <a:rPr b="1"/>
              <a:t>Step 3: Build and Run</a:t>
            </a:r>
            <a:endParaRPr/>
          </a:p>
          <a:p xmlns:a="http://schemas.openxmlformats.org/drawingml/2006/main">
            <a:pPr marL="533400" lvl="1" indent="0">
              <a:buNone/>
            </a:pPr>
            <a:r>
              <a:t>	Platform: PC</a:t>
            </a:r>
            <a:endParaRPr/>
          </a:p>
          <a:p xmlns:a="http://schemas.openxmlformats.org/drawingml/2006/main">
            <a:pPr marL="533400" lvl="1" indent="0">
              <a:buNone/>
            </a:pPr>
            <a:r>
              <a:t>	Target: Windows</a:t>
            </a:r>
            <a:endParaRPr/>
          </a:p>
          <a:p xmlns:a="http://schemas.openxmlformats.org/drawingml/2006/main">
            <a:pPr marL="533400" lvl="1" indent="0">
              <a:buNone/>
            </a:pPr>
            <a:r>
              <a:t>	Click Build → Choose folder</a:t>
            </a:r>
            <a:endParaRPr/>
          </a:p>
          <a:p xmlns:a="http://schemas.openxmlformats.org/drawingml/2006/main">
            <a:pPr marL="533400" lvl="1" indent="0">
              <a:buNone/>
            </a:pPr>
            <a:r>
              <a:t>	Run .exe</a:t>
            </a:r>
            <a:endParaRPr/>
          </a:p>
          <a:p xmlns:a="http://schemas.openxmlformats.org/drawingml/2006/main">
            <a:pPr marL="495300" indent="-342900">
              <a:lnSpc>
                <a:spcPct val="120000"/>
              </a:lnSpc>
              <a:spcBef>
                <a:spcPts val="0"/>
              </a:spcBef>
              <a:buSzPts val="2400"/>
              <a:buNone/>
            </a:pPr>
            <a:endParaRPr sz="2400">
              <a:latin typeface="+mn-lt"/>
              <a:ea typeface="+mn-lt"/>
              <a:cs typeface="+mn-lt"/>
            </a:endParaRPr>
          </a:p>
        </p:txBody>
      </p:sp>
      <p:sp>
        <p:nvSpPr>
          <p:cNvPr id="186" name="Google Shape;186;p13">
            <a:extLst xmlns:a="http://schemas.openxmlformats.org/drawingml/2006/main">
              <a:ext uri="{FF2B5EF4-FFF2-40B4-BE49-F238E27FC236}">
                <a16:creationId xmlns:a16="http://schemas.microsoft.com/office/drawing/2014/main" id="{9E3FCA75-747E-43E3-91C9-C44CC35F1D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54642" y="6517962"/>
            <a:ext cx="135345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20</a:t>
            </a:fld>
            <a:endParaRPr/>
          </a:p>
        </p:txBody>
      </p:sp>
      <p:pic>
        <p:nvPicPr>
          <p:cNvPr id="19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8e7d9c94549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5406" y="1395128"/>
            <a:ext cx="4039164" cy="40677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0593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192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e87ee3df5549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440837" y="1664596"/>
            <a:ext cx="3310326" cy="352880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6349285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" name="Google Shape;198;p15">
            <a:extLst xmlns:a="http://schemas.openxmlformats.org/drawingml/2006/main">
              <a:ext uri="{FF2B5EF4-FFF2-40B4-BE49-F238E27FC236}">
                <a16:creationId xmlns:a16="http://schemas.microsoft.com/office/drawing/2014/main" id="{BF23566A-0ADF-4D3A-A268-2337E6A5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79" y="2644170"/>
            <a:ext cx="11563642" cy="1569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600" b="0" i="0" u="none" cap="none">
                <a:solidFill>
                  <a:schemeClr val="lt1"/>
                </a:solidFill>
                <a:latin typeface="+mj-lt"/>
                <a:ea typeface="+mj-lt"/>
                <a:cs typeface="+mj-lt"/>
              </a:rPr>
              <a:t>Q &amp; A</a:t>
            </a:r>
            <a:endParaRPr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0843170"/>
      </p:ext>
    </p:extLst>
  </p:cSld>
</p:sld>
</file>

<file path=ppt/theme/theme1.xml><?xml version="1.0" encoding="utf-8"?>
<a:theme xmlns:a="http://schemas.openxmlformats.org/drawingml/2006/main" name="VTCA-Slide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2026-08-31T05:10:09.8440000Z</dcterms:created>
  <dcterms:modified xsi:type="dcterms:W3CDTF">2026-08-31T05:10:09.8440000Z</dcterms:modified>
</coreProperties>
</file>